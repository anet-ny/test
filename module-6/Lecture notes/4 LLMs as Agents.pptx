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notesMasterIdLst>
    <p:notesMasterId r:id="rId36"/>
  </p:notesMasterIdLst>
  <p:sldIdLst>
    <p:sldId id="257" r:id="rId2"/>
    <p:sldId id="311" r:id="rId3"/>
    <p:sldId id="276" r:id="rId4"/>
    <p:sldId id="341" r:id="rId5"/>
    <p:sldId id="274" r:id="rId6"/>
    <p:sldId id="312" r:id="rId7"/>
    <p:sldId id="328" r:id="rId8"/>
    <p:sldId id="329" r:id="rId9"/>
    <p:sldId id="333" r:id="rId10"/>
    <p:sldId id="327" r:id="rId11"/>
    <p:sldId id="314" r:id="rId12"/>
    <p:sldId id="334" r:id="rId13"/>
    <p:sldId id="316" r:id="rId14"/>
    <p:sldId id="315" r:id="rId15"/>
    <p:sldId id="317" r:id="rId16"/>
    <p:sldId id="313" r:id="rId17"/>
    <p:sldId id="318" r:id="rId18"/>
    <p:sldId id="319" r:id="rId19"/>
    <p:sldId id="320" r:id="rId20"/>
    <p:sldId id="321" r:id="rId21"/>
    <p:sldId id="322" r:id="rId22"/>
    <p:sldId id="325" r:id="rId23"/>
    <p:sldId id="326" r:id="rId24"/>
    <p:sldId id="339" r:id="rId25"/>
    <p:sldId id="324" r:id="rId26"/>
    <p:sldId id="337" r:id="rId27"/>
    <p:sldId id="332" r:id="rId28"/>
    <p:sldId id="331" r:id="rId29"/>
    <p:sldId id="275" r:id="rId30"/>
    <p:sldId id="308" r:id="rId31"/>
    <p:sldId id="307" r:id="rId32"/>
    <p:sldId id="310" r:id="rId33"/>
    <p:sldId id="309" r:id="rId34"/>
    <p:sldId id="25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78"/>
    <p:restoredTop sz="91667"/>
  </p:normalViewPr>
  <p:slideViewPr>
    <p:cSldViewPr snapToGrid="0">
      <p:cViewPr varScale="1">
        <p:scale>
          <a:sx n="100" d="100"/>
          <a:sy n="100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E34B6F-E457-3F46-BDD0-3411C0489C21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17E17F0-291C-0748-B2F4-C482CD4889B2}">
      <dgm:prSet phldrT="[Text]"/>
      <dgm:spPr/>
      <dgm:t>
        <a:bodyPr/>
        <a:lstStyle/>
        <a:p>
          <a:r>
            <a:rPr lang="de-DE" dirty="0"/>
            <a:t>Image</a:t>
          </a:r>
        </a:p>
      </dgm:t>
    </dgm:pt>
    <dgm:pt modelId="{B1399FBF-AC72-EC43-AB35-E5E9DE9FFB32}" type="parTrans" cxnId="{0F55135B-3FF8-9D40-951B-F700EAAEB847}">
      <dgm:prSet/>
      <dgm:spPr/>
      <dgm:t>
        <a:bodyPr/>
        <a:lstStyle/>
        <a:p>
          <a:endParaRPr lang="de-DE"/>
        </a:p>
      </dgm:t>
    </dgm:pt>
    <dgm:pt modelId="{70CBCA26-E184-F94A-A2F6-E7E610C9A4AE}" type="sibTrans" cxnId="{0F55135B-3FF8-9D40-951B-F700EAAEB847}">
      <dgm:prSet/>
      <dgm:spPr/>
      <dgm:t>
        <a:bodyPr/>
        <a:lstStyle/>
        <a:p>
          <a:endParaRPr lang="de-DE"/>
        </a:p>
      </dgm:t>
    </dgm:pt>
    <dgm:pt modelId="{4F8DD6BF-E88A-424D-AA2E-C9D2A2199F0A}">
      <dgm:prSet phldrT="[Text]"/>
      <dgm:spPr/>
      <dgm:t>
        <a:bodyPr/>
        <a:lstStyle/>
        <a:p>
          <a:r>
            <a:rPr lang="de-DE" dirty="0"/>
            <a:t>Analyze Image</a:t>
          </a:r>
        </a:p>
      </dgm:t>
    </dgm:pt>
    <dgm:pt modelId="{8E98CA96-ACE7-F04F-911D-AE256FD89B37}" type="parTrans" cxnId="{FE70BB33-B389-B442-933A-DFA07EFFBCDC}">
      <dgm:prSet/>
      <dgm:spPr/>
      <dgm:t>
        <a:bodyPr/>
        <a:lstStyle/>
        <a:p>
          <a:endParaRPr lang="de-DE"/>
        </a:p>
      </dgm:t>
    </dgm:pt>
    <dgm:pt modelId="{BD1DB7F4-949D-624C-973A-958D698DB017}" type="sibTrans" cxnId="{FE70BB33-B389-B442-933A-DFA07EFFBCDC}">
      <dgm:prSet/>
      <dgm:spPr/>
      <dgm:t>
        <a:bodyPr/>
        <a:lstStyle/>
        <a:p>
          <a:endParaRPr lang="de-DE"/>
        </a:p>
      </dgm:t>
    </dgm:pt>
    <dgm:pt modelId="{2A663AF8-8000-BA41-8AE1-48357157BD55}">
      <dgm:prSet phldrT="[Text]"/>
      <dgm:spPr/>
      <dgm:t>
        <a:bodyPr/>
        <a:lstStyle/>
        <a:p>
          <a:r>
            <a:rPr lang="de-DE" dirty="0"/>
            <a:t>Chain </a:t>
          </a:r>
          <a:r>
            <a:rPr lang="de-DE" dirty="0" err="1"/>
            <a:t>of</a:t>
          </a:r>
          <a:r>
            <a:rPr lang="de-DE" dirty="0"/>
            <a:t> </a:t>
          </a:r>
          <a:r>
            <a:rPr lang="de-DE" dirty="0" err="1"/>
            <a:t>Thought</a:t>
          </a:r>
          <a:endParaRPr lang="de-DE" dirty="0"/>
        </a:p>
      </dgm:t>
    </dgm:pt>
    <dgm:pt modelId="{04ABA36B-BCA9-1440-95DC-35F293CA8E1B}" type="parTrans" cxnId="{94EDB3F2-7138-2E40-AC6B-828B9F979BBC}">
      <dgm:prSet/>
      <dgm:spPr/>
      <dgm:t>
        <a:bodyPr/>
        <a:lstStyle/>
        <a:p>
          <a:endParaRPr lang="de-DE"/>
        </a:p>
      </dgm:t>
    </dgm:pt>
    <dgm:pt modelId="{E3750160-9A40-B546-BD3F-1C9E43B8B513}" type="sibTrans" cxnId="{94EDB3F2-7138-2E40-AC6B-828B9F979BBC}">
      <dgm:prSet/>
      <dgm:spPr/>
      <dgm:t>
        <a:bodyPr/>
        <a:lstStyle/>
        <a:p>
          <a:endParaRPr lang="de-DE"/>
        </a:p>
      </dgm:t>
    </dgm:pt>
    <dgm:pt modelId="{960D5EA6-E9C0-7349-B0C6-E34C14A4CC36}">
      <dgm:prSet phldrT="[Text]"/>
      <dgm:spPr/>
      <dgm:t>
        <a:bodyPr/>
        <a:lstStyle/>
        <a:p>
          <a:r>
            <a:rPr lang="de-DE" dirty="0" err="1"/>
            <a:t>Automatic</a:t>
          </a:r>
          <a:r>
            <a:rPr lang="de-DE" dirty="0"/>
            <a:t> Prompt Generation</a:t>
          </a:r>
        </a:p>
      </dgm:t>
    </dgm:pt>
    <dgm:pt modelId="{80380F57-B9D8-6246-AD52-14B4B800ACB5}" type="parTrans" cxnId="{2AFC0A12-01A3-694D-981B-8EB3EA502765}">
      <dgm:prSet/>
      <dgm:spPr/>
      <dgm:t>
        <a:bodyPr/>
        <a:lstStyle/>
        <a:p>
          <a:endParaRPr lang="de-DE"/>
        </a:p>
      </dgm:t>
    </dgm:pt>
    <dgm:pt modelId="{A7A75959-7758-5F4C-875D-27068DB33550}" type="sibTrans" cxnId="{2AFC0A12-01A3-694D-981B-8EB3EA502765}">
      <dgm:prSet/>
      <dgm:spPr/>
      <dgm:t>
        <a:bodyPr/>
        <a:lstStyle/>
        <a:p>
          <a:endParaRPr lang="de-DE"/>
        </a:p>
      </dgm:t>
    </dgm:pt>
    <dgm:pt modelId="{CDB92D1F-73EF-CE4B-A792-BC3D8BC10E0D}">
      <dgm:prSet phldrT="[Text]"/>
      <dgm:spPr/>
      <dgm:t>
        <a:bodyPr/>
        <a:lstStyle/>
        <a:p>
          <a:r>
            <a:rPr lang="de-DE" dirty="0"/>
            <a:t>Output </a:t>
          </a:r>
        </a:p>
      </dgm:t>
    </dgm:pt>
    <dgm:pt modelId="{7579596F-A0A9-9C4C-ADEB-31A003395F82}" type="sibTrans" cxnId="{26D31D17-9232-6140-9404-94DC8A7DB13F}">
      <dgm:prSet/>
      <dgm:spPr/>
      <dgm:t>
        <a:bodyPr/>
        <a:lstStyle/>
        <a:p>
          <a:endParaRPr lang="de-DE"/>
        </a:p>
      </dgm:t>
    </dgm:pt>
    <dgm:pt modelId="{3C14672C-9542-8C4F-A3C1-0D0AB98D9860}" type="parTrans" cxnId="{26D31D17-9232-6140-9404-94DC8A7DB13F}">
      <dgm:prSet/>
      <dgm:spPr/>
      <dgm:t>
        <a:bodyPr/>
        <a:lstStyle/>
        <a:p>
          <a:endParaRPr lang="de-DE"/>
        </a:p>
      </dgm:t>
    </dgm:pt>
    <dgm:pt modelId="{FE25950C-4FD0-FE45-B6AB-BC8C06FD4EB3}" type="pres">
      <dgm:prSet presAssocID="{82E34B6F-E457-3F46-BDD0-3411C0489C21}" presName="cycle" presStyleCnt="0">
        <dgm:presLayoutVars>
          <dgm:dir/>
          <dgm:resizeHandles val="exact"/>
        </dgm:presLayoutVars>
      </dgm:prSet>
      <dgm:spPr/>
    </dgm:pt>
    <dgm:pt modelId="{FACEA3AB-9A29-B141-8AF0-8E39BDFE00AB}" type="pres">
      <dgm:prSet presAssocID="{E17E17F0-291C-0748-B2F4-C482CD4889B2}" presName="dummy" presStyleCnt="0"/>
      <dgm:spPr/>
    </dgm:pt>
    <dgm:pt modelId="{E0F7C2B9-B828-124F-924B-D34FCB0A36B6}" type="pres">
      <dgm:prSet presAssocID="{E17E17F0-291C-0748-B2F4-C482CD4889B2}" presName="node" presStyleLbl="revTx" presStyleIdx="0" presStyleCnt="5">
        <dgm:presLayoutVars>
          <dgm:bulletEnabled val="1"/>
        </dgm:presLayoutVars>
      </dgm:prSet>
      <dgm:spPr/>
    </dgm:pt>
    <dgm:pt modelId="{3B61416B-15B0-5C45-99C6-E22D0DEC4622}" type="pres">
      <dgm:prSet presAssocID="{70CBCA26-E184-F94A-A2F6-E7E610C9A4AE}" presName="sibTrans" presStyleLbl="node1" presStyleIdx="0" presStyleCnt="5"/>
      <dgm:spPr/>
    </dgm:pt>
    <dgm:pt modelId="{F1C6A15E-762C-9D44-B081-9D012181A5A7}" type="pres">
      <dgm:prSet presAssocID="{4F8DD6BF-E88A-424D-AA2E-C9D2A2199F0A}" presName="dummy" presStyleCnt="0"/>
      <dgm:spPr/>
    </dgm:pt>
    <dgm:pt modelId="{424E6A7D-54DF-3E45-902A-ABD8E756E59E}" type="pres">
      <dgm:prSet presAssocID="{4F8DD6BF-E88A-424D-AA2E-C9D2A2199F0A}" presName="node" presStyleLbl="revTx" presStyleIdx="1" presStyleCnt="5">
        <dgm:presLayoutVars>
          <dgm:bulletEnabled val="1"/>
        </dgm:presLayoutVars>
      </dgm:prSet>
      <dgm:spPr/>
    </dgm:pt>
    <dgm:pt modelId="{06508AD2-CEFD-0A48-A0A2-7097A0655A0C}" type="pres">
      <dgm:prSet presAssocID="{BD1DB7F4-949D-624C-973A-958D698DB017}" presName="sibTrans" presStyleLbl="node1" presStyleIdx="1" presStyleCnt="5"/>
      <dgm:spPr/>
    </dgm:pt>
    <dgm:pt modelId="{AF58ACAE-479C-EB48-980B-62A027DACDC6}" type="pres">
      <dgm:prSet presAssocID="{2A663AF8-8000-BA41-8AE1-48357157BD55}" presName="dummy" presStyleCnt="0"/>
      <dgm:spPr/>
    </dgm:pt>
    <dgm:pt modelId="{C53F79E7-DCEA-C049-A46F-4A65B571F495}" type="pres">
      <dgm:prSet presAssocID="{2A663AF8-8000-BA41-8AE1-48357157BD55}" presName="node" presStyleLbl="revTx" presStyleIdx="2" presStyleCnt="5">
        <dgm:presLayoutVars>
          <dgm:bulletEnabled val="1"/>
        </dgm:presLayoutVars>
      </dgm:prSet>
      <dgm:spPr/>
    </dgm:pt>
    <dgm:pt modelId="{1F1607BC-832B-D341-B5AB-7233F9CA424F}" type="pres">
      <dgm:prSet presAssocID="{E3750160-9A40-B546-BD3F-1C9E43B8B513}" presName="sibTrans" presStyleLbl="node1" presStyleIdx="2" presStyleCnt="5"/>
      <dgm:spPr/>
    </dgm:pt>
    <dgm:pt modelId="{D9FCA9CD-1517-7245-AD00-62BC0122B821}" type="pres">
      <dgm:prSet presAssocID="{960D5EA6-E9C0-7349-B0C6-E34C14A4CC36}" presName="dummy" presStyleCnt="0"/>
      <dgm:spPr/>
    </dgm:pt>
    <dgm:pt modelId="{C37AA77C-30EC-454F-A9EB-B38CB56CF413}" type="pres">
      <dgm:prSet presAssocID="{960D5EA6-E9C0-7349-B0C6-E34C14A4CC36}" presName="node" presStyleLbl="revTx" presStyleIdx="3" presStyleCnt="5">
        <dgm:presLayoutVars>
          <dgm:bulletEnabled val="1"/>
        </dgm:presLayoutVars>
      </dgm:prSet>
      <dgm:spPr/>
    </dgm:pt>
    <dgm:pt modelId="{581BE5A8-BEA5-AC42-918D-34A3C264AE4A}" type="pres">
      <dgm:prSet presAssocID="{A7A75959-7758-5F4C-875D-27068DB33550}" presName="sibTrans" presStyleLbl="node1" presStyleIdx="3" presStyleCnt="5"/>
      <dgm:spPr/>
    </dgm:pt>
    <dgm:pt modelId="{215E2847-F0F5-3E4E-BA21-DC517DB379D4}" type="pres">
      <dgm:prSet presAssocID="{CDB92D1F-73EF-CE4B-A792-BC3D8BC10E0D}" presName="dummy" presStyleCnt="0"/>
      <dgm:spPr/>
    </dgm:pt>
    <dgm:pt modelId="{A571D8A6-6026-B14D-B27D-E37DBDA4EA71}" type="pres">
      <dgm:prSet presAssocID="{CDB92D1F-73EF-CE4B-A792-BC3D8BC10E0D}" presName="node" presStyleLbl="revTx" presStyleIdx="4" presStyleCnt="5">
        <dgm:presLayoutVars>
          <dgm:bulletEnabled val="1"/>
        </dgm:presLayoutVars>
      </dgm:prSet>
      <dgm:spPr/>
    </dgm:pt>
    <dgm:pt modelId="{66EA3402-7456-8A4E-BDE7-44D09D2BB1C8}" type="pres">
      <dgm:prSet presAssocID="{7579596F-A0A9-9C4C-ADEB-31A003395F82}" presName="sibTrans" presStyleLbl="node1" presStyleIdx="4" presStyleCnt="5"/>
      <dgm:spPr/>
    </dgm:pt>
  </dgm:ptLst>
  <dgm:cxnLst>
    <dgm:cxn modelId="{CEB55304-523C-1647-B3E1-F2A4AAFFACA3}" type="presOf" srcId="{E3750160-9A40-B546-BD3F-1C9E43B8B513}" destId="{1F1607BC-832B-D341-B5AB-7233F9CA424F}" srcOrd="0" destOrd="0" presId="urn:microsoft.com/office/officeart/2005/8/layout/cycle1"/>
    <dgm:cxn modelId="{2AFC0A12-01A3-694D-981B-8EB3EA502765}" srcId="{82E34B6F-E457-3F46-BDD0-3411C0489C21}" destId="{960D5EA6-E9C0-7349-B0C6-E34C14A4CC36}" srcOrd="3" destOrd="0" parTransId="{80380F57-B9D8-6246-AD52-14B4B800ACB5}" sibTransId="{A7A75959-7758-5F4C-875D-27068DB33550}"/>
    <dgm:cxn modelId="{4BE0E813-9763-3449-BACF-4EE22A6B8FA9}" type="presOf" srcId="{960D5EA6-E9C0-7349-B0C6-E34C14A4CC36}" destId="{C37AA77C-30EC-454F-A9EB-B38CB56CF413}" srcOrd="0" destOrd="0" presId="urn:microsoft.com/office/officeart/2005/8/layout/cycle1"/>
    <dgm:cxn modelId="{26D31D17-9232-6140-9404-94DC8A7DB13F}" srcId="{82E34B6F-E457-3F46-BDD0-3411C0489C21}" destId="{CDB92D1F-73EF-CE4B-A792-BC3D8BC10E0D}" srcOrd="4" destOrd="0" parTransId="{3C14672C-9542-8C4F-A3C1-0D0AB98D9860}" sibTransId="{7579596F-A0A9-9C4C-ADEB-31A003395F82}"/>
    <dgm:cxn modelId="{1C7C082B-1A61-7C4B-94D8-066B22B63301}" type="presOf" srcId="{70CBCA26-E184-F94A-A2F6-E7E610C9A4AE}" destId="{3B61416B-15B0-5C45-99C6-E22D0DEC4622}" srcOrd="0" destOrd="0" presId="urn:microsoft.com/office/officeart/2005/8/layout/cycle1"/>
    <dgm:cxn modelId="{FE70BB33-B389-B442-933A-DFA07EFFBCDC}" srcId="{82E34B6F-E457-3F46-BDD0-3411C0489C21}" destId="{4F8DD6BF-E88A-424D-AA2E-C9D2A2199F0A}" srcOrd="1" destOrd="0" parTransId="{8E98CA96-ACE7-F04F-911D-AE256FD89B37}" sibTransId="{BD1DB7F4-949D-624C-973A-958D698DB017}"/>
    <dgm:cxn modelId="{2A098235-6B3E-D248-8DC0-79BCCF30C3AA}" type="presOf" srcId="{82E34B6F-E457-3F46-BDD0-3411C0489C21}" destId="{FE25950C-4FD0-FE45-B6AB-BC8C06FD4EB3}" srcOrd="0" destOrd="0" presId="urn:microsoft.com/office/officeart/2005/8/layout/cycle1"/>
    <dgm:cxn modelId="{F6D27E48-787F-D847-8652-2D632E3C0772}" type="presOf" srcId="{A7A75959-7758-5F4C-875D-27068DB33550}" destId="{581BE5A8-BEA5-AC42-918D-34A3C264AE4A}" srcOrd="0" destOrd="0" presId="urn:microsoft.com/office/officeart/2005/8/layout/cycle1"/>
    <dgm:cxn modelId="{0F55135B-3FF8-9D40-951B-F700EAAEB847}" srcId="{82E34B6F-E457-3F46-BDD0-3411C0489C21}" destId="{E17E17F0-291C-0748-B2F4-C482CD4889B2}" srcOrd="0" destOrd="0" parTransId="{B1399FBF-AC72-EC43-AB35-E5E9DE9FFB32}" sibTransId="{70CBCA26-E184-F94A-A2F6-E7E610C9A4AE}"/>
    <dgm:cxn modelId="{A75F285F-E65C-FB42-8D64-97B2928B2264}" type="presOf" srcId="{E17E17F0-291C-0748-B2F4-C482CD4889B2}" destId="{E0F7C2B9-B828-124F-924B-D34FCB0A36B6}" srcOrd="0" destOrd="0" presId="urn:microsoft.com/office/officeart/2005/8/layout/cycle1"/>
    <dgm:cxn modelId="{46682073-B9EE-174E-98ED-59AB9DAA71DB}" type="presOf" srcId="{BD1DB7F4-949D-624C-973A-958D698DB017}" destId="{06508AD2-CEFD-0A48-A0A2-7097A0655A0C}" srcOrd="0" destOrd="0" presId="urn:microsoft.com/office/officeart/2005/8/layout/cycle1"/>
    <dgm:cxn modelId="{8CBF7C7B-3DFE-D64C-BEDC-DC0B7CC29698}" type="presOf" srcId="{4F8DD6BF-E88A-424D-AA2E-C9D2A2199F0A}" destId="{424E6A7D-54DF-3E45-902A-ABD8E756E59E}" srcOrd="0" destOrd="0" presId="urn:microsoft.com/office/officeart/2005/8/layout/cycle1"/>
    <dgm:cxn modelId="{30D7B17C-8DDD-9541-8259-0BF5450ECB08}" type="presOf" srcId="{CDB92D1F-73EF-CE4B-A792-BC3D8BC10E0D}" destId="{A571D8A6-6026-B14D-B27D-E37DBDA4EA71}" srcOrd="0" destOrd="0" presId="urn:microsoft.com/office/officeart/2005/8/layout/cycle1"/>
    <dgm:cxn modelId="{E4E71CAD-6815-CA4C-996E-1F79C423FB3F}" type="presOf" srcId="{7579596F-A0A9-9C4C-ADEB-31A003395F82}" destId="{66EA3402-7456-8A4E-BDE7-44D09D2BB1C8}" srcOrd="0" destOrd="0" presId="urn:microsoft.com/office/officeart/2005/8/layout/cycle1"/>
    <dgm:cxn modelId="{3A452BE0-2E0A-264D-99A8-41D3AC2C0DF6}" type="presOf" srcId="{2A663AF8-8000-BA41-8AE1-48357157BD55}" destId="{C53F79E7-DCEA-C049-A46F-4A65B571F495}" srcOrd="0" destOrd="0" presId="urn:microsoft.com/office/officeart/2005/8/layout/cycle1"/>
    <dgm:cxn modelId="{94EDB3F2-7138-2E40-AC6B-828B9F979BBC}" srcId="{82E34B6F-E457-3F46-BDD0-3411C0489C21}" destId="{2A663AF8-8000-BA41-8AE1-48357157BD55}" srcOrd="2" destOrd="0" parTransId="{04ABA36B-BCA9-1440-95DC-35F293CA8E1B}" sibTransId="{E3750160-9A40-B546-BD3F-1C9E43B8B513}"/>
    <dgm:cxn modelId="{594863B3-9EE8-154F-9E26-2969924C52A1}" type="presParOf" srcId="{FE25950C-4FD0-FE45-B6AB-BC8C06FD4EB3}" destId="{FACEA3AB-9A29-B141-8AF0-8E39BDFE00AB}" srcOrd="0" destOrd="0" presId="urn:microsoft.com/office/officeart/2005/8/layout/cycle1"/>
    <dgm:cxn modelId="{FDA4725F-D029-104D-B48F-D4A81A0D99C6}" type="presParOf" srcId="{FE25950C-4FD0-FE45-B6AB-BC8C06FD4EB3}" destId="{E0F7C2B9-B828-124F-924B-D34FCB0A36B6}" srcOrd="1" destOrd="0" presId="urn:microsoft.com/office/officeart/2005/8/layout/cycle1"/>
    <dgm:cxn modelId="{0577FDBA-4AD6-8A45-94DF-506186F00F47}" type="presParOf" srcId="{FE25950C-4FD0-FE45-B6AB-BC8C06FD4EB3}" destId="{3B61416B-15B0-5C45-99C6-E22D0DEC4622}" srcOrd="2" destOrd="0" presId="urn:microsoft.com/office/officeart/2005/8/layout/cycle1"/>
    <dgm:cxn modelId="{19B403A9-F52A-2F48-B82D-831691146600}" type="presParOf" srcId="{FE25950C-4FD0-FE45-B6AB-BC8C06FD4EB3}" destId="{F1C6A15E-762C-9D44-B081-9D012181A5A7}" srcOrd="3" destOrd="0" presId="urn:microsoft.com/office/officeart/2005/8/layout/cycle1"/>
    <dgm:cxn modelId="{29D10313-5720-B342-88FF-5106C166FEDD}" type="presParOf" srcId="{FE25950C-4FD0-FE45-B6AB-BC8C06FD4EB3}" destId="{424E6A7D-54DF-3E45-902A-ABD8E756E59E}" srcOrd="4" destOrd="0" presId="urn:microsoft.com/office/officeart/2005/8/layout/cycle1"/>
    <dgm:cxn modelId="{553BC20D-783F-9544-BBD3-4AEAF69B4679}" type="presParOf" srcId="{FE25950C-4FD0-FE45-B6AB-BC8C06FD4EB3}" destId="{06508AD2-CEFD-0A48-A0A2-7097A0655A0C}" srcOrd="5" destOrd="0" presId="urn:microsoft.com/office/officeart/2005/8/layout/cycle1"/>
    <dgm:cxn modelId="{28C72D46-BB6E-2547-AF30-6D62F524AC7A}" type="presParOf" srcId="{FE25950C-4FD0-FE45-B6AB-BC8C06FD4EB3}" destId="{AF58ACAE-479C-EB48-980B-62A027DACDC6}" srcOrd="6" destOrd="0" presId="urn:microsoft.com/office/officeart/2005/8/layout/cycle1"/>
    <dgm:cxn modelId="{B4D7B9C9-A97C-A94E-AD87-35527EAAF403}" type="presParOf" srcId="{FE25950C-4FD0-FE45-B6AB-BC8C06FD4EB3}" destId="{C53F79E7-DCEA-C049-A46F-4A65B571F495}" srcOrd="7" destOrd="0" presId="urn:microsoft.com/office/officeart/2005/8/layout/cycle1"/>
    <dgm:cxn modelId="{4163FD76-7304-C54F-8974-FB44E527B24D}" type="presParOf" srcId="{FE25950C-4FD0-FE45-B6AB-BC8C06FD4EB3}" destId="{1F1607BC-832B-D341-B5AB-7233F9CA424F}" srcOrd="8" destOrd="0" presId="urn:microsoft.com/office/officeart/2005/8/layout/cycle1"/>
    <dgm:cxn modelId="{171CE0D7-4F19-7B44-A6A9-1AF50C666F81}" type="presParOf" srcId="{FE25950C-4FD0-FE45-B6AB-BC8C06FD4EB3}" destId="{D9FCA9CD-1517-7245-AD00-62BC0122B821}" srcOrd="9" destOrd="0" presId="urn:microsoft.com/office/officeart/2005/8/layout/cycle1"/>
    <dgm:cxn modelId="{69709743-CAB6-6047-B777-711D21161081}" type="presParOf" srcId="{FE25950C-4FD0-FE45-B6AB-BC8C06FD4EB3}" destId="{C37AA77C-30EC-454F-A9EB-B38CB56CF413}" srcOrd="10" destOrd="0" presId="urn:microsoft.com/office/officeart/2005/8/layout/cycle1"/>
    <dgm:cxn modelId="{C48A6CBC-BF8D-864C-BD98-165E685EDE3C}" type="presParOf" srcId="{FE25950C-4FD0-FE45-B6AB-BC8C06FD4EB3}" destId="{581BE5A8-BEA5-AC42-918D-34A3C264AE4A}" srcOrd="11" destOrd="0" presId="urn:microsoft.com/office/officeart/2005/8/layout/cycle1"/>
    <dgm:cxn modelId="{577DB7E0-251D-0448-A4AD-A7AB997264CA}" type="presParOf" srcId="{FE25950C-4FD0-FE45-B6AB-BC8C06FD4EB3}" destId="{215E2847-F0F5-3E4E-BA21-DC517DB379D4}" srcOrd="12" destOrd="0" presId="urn:microsoft.com/office/officeart/2005/8/layout/cycle1"/>
    <dgm:cxn modelId="{DB360A09-D574-8243-934F-B2F5900996CA}" type="presParOf" srcId="{FE25950C-4FD0-FE45-B6AB-BC8C06FD4EB3}" destId="{A571D8A6-6026-B14D-B27D-E37DBDA4EA71}" srcOrd="13" destOrd="0" presId="urn:microsoft.com/office/officeart/2005/8/layout/cycle1"/>
    <dgm:cxn modelId="{EE86B473-75EE-A244-BAC0-4E39AFD06617}" type="presParOf" srcId="{FE25950C-4FD0-FE45-B6AB-BC8C06FD4EB3}" destId="{66EA3402-7456-8A4E-BDE7-44D09D2BB1C8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E34B6F-E457-3F46-BDD0-3411C0489C21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17E17F0-291C-0748-B2F4-C482CD4889B2}">
      <dgm:prSet phldrT="[Text]"/>
      <dgm:spPr/>
      <dgm:t>
        <a:bodyPr/>
        <a:lstStyle/>
        <a:p>
          <a:r>
            <a:rPr lang="de-DE" dirty="0"/>
            <a:t>Soundfile</a:t>
          </a:r>
        </a:p>
      </dgm:t>
    </dgm:pt>
    <dgm:pt modelId="{B1399FBF-AC72-EC43-AB35-E5E9DE9FFB32}" type="parTrans" cxnId="{0F55135B-3FF8-9D40-951B-F700EAAEB847}">
      <dgm:prSet/>
      <dgm:spPr/>
      <dgm:t>
        <a:bodyPr/>
        <a:lstStyle/>
        <a:p>
          <a:endParaRPr lang="de-DE"/>
        </a:p>
      </dgm:t>
    </dgm:pt>
    <dgm:pt modelId="{70CBCA26-E184-F94A-A2F6-E7E610C9A4AE}" type="sibTrans" cxnId="{0F55135B-3FF8-9D40-951B-F700EAAEB847}">
      <dgm:prSet/>
      <dgm:spPr/>
      <dgm:t>
        <a:bodyPr/>
        <a:lstStyle/>
        <a:p>
          <a:endParaRPr lang="de-DE"/>
        </a:p>
      </dgm:t>
    </dgm:pt>
    <dgm:pt modelId="{4F8DD6BF-E88A-424D-AA2E-C9D2A2199F0A}">
      <dgm:prSet phldrT="[Text]"/>
      <dgm:spPr/>
      <dgm:t>
        <a:bodyPr/>
        <a:lstStyle/>
        <a:p>
          <a:r>
            <a:rPr lang="de-DE" dirty="0"/>
            <a:t>Analyze Sound</a:t>
          </a:r>
        </a:p>
      </dgm:t>
    </dgm:pt>
    <dgm:pt modelId="{8E98CA96-ACE7-F04F-911D-AE256FD89B37}" type="parTrans" cxnId="{FE70BB33-B389-B442-933A-DFA07EFFBCDC}">
      <dgm:prSet/>
      <dgm:spPr/>
      <dgm:t>
        <a:bodyPr/>
        <a:lstStyle/>
        <a:p>
          <a:endParaRPr lang="de-DE"/>
        </a:p>
      </dgm:t>
    </dgm:pt>
    <dgm:pt modelId="{BD1DB7F4-949D-624C-973A-958D698DB017}" type="sibTrans" cxnId="{FE70BB33-B389-B442-933A-DFA07EFFBCDC}">
      <dgm:prSet/>
      <dgm:spPr/>
      <dgm:t>
        <a:bodyPr/>
        <a:lstStyle/>
        <a:p>
          <a:endParaRPr lang="de-DE"/>
        </a:p>
      </dgm:t>
    </dgm:pt>
    <dgm:pt modelId="{2A663AF8-8000-BA41-8AE1-48357157BD55}">
      <dgm:prSet phldrT="[Text]"/>
      <dgm:spPr/>
      <dgm:t>
        <a:bodyPr/>
        <a:lstStyle/>
        <a:p>
          <a:r>
            <a:rPr lang="de-DE" dirty="0"/>
            <a:t>Chain </a:t>
          </a:r>
          <a:r>
            <a:rPr lang="de-DE" dirty="0" err="1"/>
            <a:t>of</a:t>
          </a:r>
          <a:r>
            <a:rPr lang="de-DE" dirty="0"/>
            <a:t> </a:t>
          </a:r>
          <a:r>
            <a:rPr lang="de-DE" dirty="0" err="1"/>
            <a:t>Thought</a:t>
          </a:r>
          <a:endParaRPr lang="de-DE" dirty="0"/>
        </a:p>
      </dgm:t>
    </dgm:pt>
    <dgm:pt modelId="{04ABA36B-BCA9-1440-95DC-35F293CA8E1B}" type="parTrans" cxnId="{94EDB3F2-7138-2E40-AC6B-828B9F979BBC}">
      <dgm:prSet/>
      <dgm:spPr/>
      <dgm:t>
        <a:bodyPr/>
        <a:lstStyle/>
        <a:p>
          <a:endParaRPr lang="de-DE"/>
        </a:p>
      </dgm:t>
    </dgm:pt>
    <dgm:pt modelId="{E3750160-9A40-B546-BD3F-1C9E43B8B513}" type="sibTrans" cxnId="{94EDB3F2-7138-2E40-AC6B-828B9F979BBC}">
      <dgm:prSet/>
      <dgm:spPr/>
      <dgm:t>
        <a:bodyPr/>
        <a:lstStyle/>
        <a:p>
          <a:endParaRPr lang="de-DE"/>
        </a:p>
      </dgm:t>
    </dgm:pt>
    <dgm:pt modelId="{960D5EA6-E9C0-7349-B0C6-E34C14A4CC36}">
      <dgm:prSet phldrT="[Text]"/>
      <dgm:spPr/>
      <dgm:t>
        <a:bodyPr/>
        <a:lstStyle/>
        <a:p>
          <a:r>
            <a:rPr lang="de-DE" dirty="0" err="1"/>
            <a:t>Automatic</a:t>
          </a:r>
          <a:r>
            <a:rPr lang="de-DE" dirty="0"/>
            <a:t> Prompt Generation</a:t>
          </a:r>
        </a:p>
      </dgm:t>
    </dgm:pt>
    <dgm:pt modelId="{80380F57-B9D8-6246-AD52-14B4B800ACB5}" type="parTrans" cxnId="{2AFC0A12-01A3-694D-981B-8EB3EA502765}">
      <dgm:prSet/>
      <dgm:spPr/>
      <dgm:t>
        <a:bodyPr/>
        <a:lstStyle/>
        <a:p>
          <a:endParaRPr lang="de-DE"/>
        </a:p>
      </dgm:t>
    </dgm:pt>
    <dgm:pt modelId="{A7A75959-7758-5F4C-875D-27068DB33550}" type="sibTrans" cxnId="{2AFC0A12-01A3-694D-981B-8EB3EA502765}">
      <dgm:prSet/>
      <dgm:spPr/>
      <dgm:t>
        <a:bodyPr/>
        <a:lstStyle/>
        <a:p>
          <a:endParaRPr lang="de-DE"/>
        </a:p>
      </dgm:t>
    </dgm:pt>
    <dgm:pt modelId="{CDB92D1F-73EF-CE4B-A792-BC3D8BC10E0D}">
      <dgm:prSet phldrT="[Text]"/>
      <dgm:spPr/>
      <dgm:t>
        <a:bodyPr/>
        <a:lstStyle/>
        <a:p>
          <a:r>
            <a:rPr lang="de-DE" dirty="0"/>
            <a:t>Output</a:t>
          </a:r>
        </a:p>
      </dgm:t>
    </dgm:pt>
    <dgm:pt modelId="{7579596F-A0A9-9C4C-ADEB-31A003395F82}" type="sibTrans" cxnId="{26D31D17-9232-6140-9404-94DC8A7DB13F}">
      <dgm:prSet/>
      <dgm:spPr/>
      <dgm:t>
        <a:bodyPr/>
        <a:lstStyle/>
        <a:p>
          <a:endParaRPr lang="de-DE"/>
        </a:p>
      </dgm:t>
    </dgm:pt>
    <dgm:pt modelId="{3C14672C-9542-8C4F-A3C1-0D0AB98D9860}" type="parTrans" cxnId="{26D31D17-9232-6140-9404-94DC8A7DB13F}">
      <dgm:prSet/>
      <dgm:spPr/>
      <dgm:t>
        <a:bodyPr/>
        <a:lstStyle/>
        <a:p>
          <a:endParaRPr lang="de-DE"/>
        </a:p>
      </dgm:t>
    </dgm:pt>
    <dgm:pt modelId="{FE25950C-4FD0-FE45-B6AB-BC8C06FD4EB3}" type="pres">
      <dgm:prSet presAssocID="{82E34B6F-E457-3F46-BDD0-3411C0489C21}" presName="cycle" presStyleCnt="0">
        <dgm:presLayoutVars>
          <dgm:dir/>
          <dgm:resizeHandles val="exact"/>
        </dgm:presLayoutVars>
      </dgm:prSet>
      <dgm:spPr/>
    </dgm:pt>
    <dgm:pt modelId="{FACEA3AB-9A29-B141-8AF0-8E39BDFE00AB}" type="pres">
      <dgm:prSet presAssocID="{E17E17F0-291C-0748-B2F4-C482CD4889B2}" presName="dummy" presStyleCnt="0"/>
      <dgm:spPr/>
    </dgm:pt>
    <dgm:pt modelId="{E0F7C2B9-B828-124F-924B-D34FCB0A36B6}" type="pres">
      <dgm:prSet presAssocID="{E17E17F0-291C-0748-B2F4-C482CD4889B2}" presName="node" presStyleLbl="revTx" presStyleIdx="0" presStyleCnt="5">
        <dgm:presLayoutVars>
          <dgm:bulletEnabled val="1"/>
        </dgm:presLayoutVars>
      </dgm:prSet>
      <dgm:spPr/>
    </dgm:pt>
    <dgm:pt modelId="{3B61416B-15B0-5C45-99C6-E22D0DEC4622}" type="pres">
      <dgm:prSet presAssocID="{70CBCA26-E184-F94A-A2F6-E7E610C9A4AE}" presName="sibTrans" presStyleLbl="node1" presStyleIdx="0" presStyleCnt="5"/>
      <dgm:spPr/>
    </dgm:pt>
    <dgm:pt modelId="{F1C6A15E-762C-9D44-B081-9D012181A5A7}" type="pres">
      <dgm:prSet presAssocID="{4F8DD6BF-E88A-424D-AA2E-C9D2A2199F0A}" presName="dummy" presStyleCnt="0"/>
      <dgm:spPr/>
    </dgm:pt>
    <dgm:pt modelId="{424E6A7D-54DF-3E45-902A-ABD8E756E59E}" type="pres">
      <dgm:prSet presAssocID="{4F8DD6BF-E88A-424D-AA2E-C9D2A2199F0A}" presName="node" presStyleLbl="revTx" presStyleIdx="1" presStyleCnt="5">
        <dgm:presLayoutVars>
          <dgm:bulletEnabled val="1"/>
        </dgm:presLayoutVars>
      </dgm:prSet>
      <dgm:spPr/>
    </dgm:pt>
    <dgm:pt modelId="{06508AD2-CEFD-0A48-A0A2-7097A0655A0C}" type="pres">
      <dgm:prSet presAssocID="{BD1DB7F4-949D-624C-973A-958D698DB017}" presName="sibTrans" presStyleLbl="node1" presStyleIdx="1" presStyleCnt="5"/>
      <dgm:spPr/>
    </dgm:pt>
    <dgm:pt modelId="{AF58ACAE-479C-EB48-980B-62A027DACDC6}" type="pres">
      <dgm:prSet presAssocID="{2A663AF8-8000-BA41-8AE1-48357157BD55}" presName="dummy" presStyleCnt="0"/>
      <dgm:spPr/>
    </dgm:pt>
    <dgm:pt modelId="{C53F79E7-DCEA-C049-A46F-4A65B571F495}" type="pres">
      <dgm:prSet presAssocID="{2A663AF8-8000-BA41-8AE1-48357157BD55}" presName="node" presStyleLbl="revTx" presStyleIdx="2" presStyleCnt="5">
        <dgm:presLayoutVars>
          <dgm:bulletEnabled val="1"/>
        </dgm:presLayoutVars>
      </dgm:prSet>
      <dgm:spPr/>
    </dgm:pt>
    <dgm:pt modelId="{1F1607BC-832B-D341-B5AB-7233F9CA424F}" type="pres">
      <dgm:prSet presAssocID="{E3750160-9A40-B546-BD3F-1C9E43B8B513}" presName="sibTrans" presStyleLbl="node1" presStyleIdx="2" presStyleCnt="5"/>
      <dgm:spPr/>
    </dgm:pt>
    <dgm:pt modelId="{D9FCA9CD-1517-7245-AD00-62BC0122B821}" type="pres">
      <dgm:prSet presAssocID="{960D5EA6-E9C0-7349-B0C6-E34C14A4CC36}" presName="dummy" presStyleCnt="0"/>
      <dgm:spPr/>
    </dgm:pt>
    <dgm:pt modelId="{C37AA77C-30EC-454F-A9EB-B38CB56CF413}" type="pres">
      <dgm:prSet presAssocID="{960D5EA6-E9C0-7349-B0C6-E34C14A4CC36}" presName="node" presStyleLbl="revTx" presStyleIdx="3" presStyleCnt="5">
        <dgm:presLayoutVars>
          <dgm:bulletEnabled val="1"/>
        </dgm:presLayoutVars>
      </dgm:prSet>
      <dgm:spPr/>
    </dgm:pt>
    <dgm:pt modelId="{581BE5A8-BEA5-AC42-918D-34A3C264AE4A}" type="pres">
      <dgm:prSet presAssocID="{A7A75959-7758-5F4C-875D-27068DB33550}" presName="sibTrans" presStyleLbl="node1" presStyleIdx="3" presStyleCnt="5"/>
      <dgm:spPr/>
    </dgm:pt>
    <dgm:pt modelId="{215E2847-F0F5-3E4E-BA21-DC517DB379D4}" type="pres">
      <dgm:prSet presAssocID="{CDB92D1F-73EF-CE4B-A792-BC3D8BC10E0D}" presName="dummy" presStyleCnt="0"/>
      <dgm:spPr/>
    </dgm:pt>
    <dgm:pt modelId="{A571D8A6-6026-B14D-B27D-E37DBDA4EA71}" type="pres">
      <dgm:prSet presAssocID="{CDB92D1F-73EF-CE4B-A792-BC3D8BC10E0D}" presName="node" presStyleLbl="revTx" presStyleIdx="4" presStyleCnt="5">
        <dgm:presLayoutVars>
          <dgm:bulletEnabled val="1"/>
        </dgm:presLayoutVars>
      </dgm:prSet>
      <dgm:spPr/>
    </dgm:pt>
    <dgm:pt modelId="{66EA3402-7456-8A4E-BDE7-44D09D2BB1C8}" type="pres">
      <dgm:prSet presAssocID="{7579596F-A0A9-9C4C-ADEB-31A003395F82}" presName="sibTrans" presStyleLbl="node1" presStyleIdx="4" presStyleCnt="5"/>
      <dgm:spPr/>
    </dgm:pt>
  </dgm:ptLst>
  <dgm:cxnLst>
    <dgm:cxn modelId="{CEB55304-523C-1647-B3E1-F2A4AAFFACA3}" type="presOf" srcId="{E3750160-9A40-B546-BD3F-1C9E43B8B513}" destId="{1F1607BC-832B-D341-B5AB-7233F9CA424F}" srcOrd="0" destOrd="0" presId="urn:microsoft.com/office/officeart/2005/8/layout/cycle1"/>
    <dgm:cxn modelId="{2AFC0A12-01A3-694D-981B-8EB3EA502765}" srcId="{82E34B6F-E457-3F46-BDD0-3411C0489C21}" destId="{960D5EA6-E9C0-7349-B0C6-E34C14A4CC36}" srcOrd="3" destOrd="0" parTransId="{80380F57-B9D8-6246-AD52-14B4B800ACB5}" sibTransId="{A7A75959-7758-5F4C-875D-27068DB33550}"/>
    <dgm:cxn modelId="{4BE0E813-9763-3449-BACF-4EE22A6B8FA9}" type="presOf" srcId="{960D5EA6-E9C0-7349-B0C6-E34C14A4CC36}" destId="{C37AA77C-30EC-454F-A9EB-B38CB56CF413}" srcOrd="0" destOrd="0" presId="urn:microsoft.com/office/officeart/2005/8/layout/cycle1"/>
    <dgm:cxn modelId="{26D31D17-9232-6140-9404-94DC8A7DB13F}" srcId="{82E34B6F-E457-3F46-BDD0-3411C0489C21}" destId="{CDB92D1F-73EF-CE4B-A792-BC3D8BC10E0D}" srcOrd="4" destOrd="0" parTransId="{3C14672C-9542-8C4F-A3C1-0D0AB98D9860}" sibTransId="{7579596F-A0A9-9C4C-ADEB-31A003395F82}"/>
    <dgm:cxn modelId="{1C7C082B-1A61-7C4B-94D8-066B22B63301}" type="presOf" srcId="{70CBCA26-E184-F94A-A2F6-E7E610C9A4AE}" destId="{3B61416B-15B0-5C45-99C6-E22D0DEC4622}" srcOrd="0" destOrd="0" presId="urn:microsoft.com/office/officeart/2005/8/layout/cycle1"/>
    <dgm:cxn modelId="{FE70BB33-B389-B442-933A-DFA07EFFBCDC}" srcId="{82E34B6F-E457-3F46-BDD0-3411C0489C21}" destId="{4F8DD6BF-E88A-424D-AA2E-C9D2A2199F0A}" srcOrd="1" destOrd="0" parTransId="{8E98CA96-ACE7-F04F-911D-AE256FD89B37}" sibTransId="{BD1DB7F4-949D-624C-973A-958D698DB017}"/>
    <dgm:cxn modelId="{2A098235-6B3E-D248-8DC0-79BCCF30C3AA}" type="presOf" srcId="{82E34B6F-E457-3F46-BDD0-3411C0489C21}" destId="{FE25950C-4FD0-FE45-B6AB-BC8C06FD4EB3}" srcOrd="0" destOrd="0" presId="urn:microsoft.com/office/officeart/2005/8/layout/cycle1"/>
    <dgm:cxn modelId="{F6D27E48-787F-D847-8652-2D632E3C0772}" type="presOf" srcId="{A7A75959-7758-5F4C-875D-27068DB33550}" destId="{581BE5A8-BEA5-AC42-918D-34A3C264AE4A}" srcOrd="0" destOrd="0" presId="urn:microsoft.com/office/officeart/2005/8/layout/cycle1"/>
    <dgm:cxn modelId="{0F55135B-3FF8-9D40-951B-F700EAAEB847}" srcId="{82E34B6F-E457-3F46-BDD0-3411C0489C21}" destId="{E17E17F0-291C-0748-B2F4-C482CD4889B2}" srcOrd="0" destOrd="0" parTransId="{B1399FBF-AC72-EC43-AB35-E5E9DE9FFB32}" sibTransId="{70CBCA26-E184-F94A-A2F6-E7E610C9A4AE}"/>
    <dgm:cxn modelId="{A75F285F-E65C-FB42-8D64-97B2928B2264}" type="presOf" srcId="{E17E17F0-291C-0748-B2F4-C482CD4889B2}" destId="{E0F7C2B9-B828-124F-924B-D34FCB0A36B6}" srcOrd="0" destOrd="0" presId="urn:microsoft.com/office/officeart/2005/8/layout/cycle1"/>
    <dgm:cxn modelId="{46682073-B9EE-174E-98ED-59AB9DAA71DB}" type="presOf" srcId="{BD1DB7F4-949D-624C-973A-958D698DB017}" destId="{06508AD2-CEFD-0A48-A0A2-7097A0655A0C}" srcOrd="0" destOrd="0" presId="urn:microsoft.com/office/officeart/2005/8/layout/cycle1"/>
    <dgm:cxn modelId="{8CBF7C7B-3DFE-D64C-BEDC-DC0B7CC29698}" type="presOf" srcId="{4F8DD6BF-E88A-424D-AA2E-C9D2A2199F0A}" destId="{424E6A7D-54DF-3E45-902A-ABD8E756E59E}" srcOrd="0" destOrd="0" presId="urn:microsoft.com/office/officeart/2005/8/layout/cycle1"/>
    <dgm:cxn modelId="{30D7B17C-8DDD-9541-8259-0BF5450ECB08}" type="presOf" srcId="{CDB92D1F-73EF-CE4B-A792-BC3D8BC10E0D}" destId="{A571D8A6-6026-B14D-B27D-E37DBDA4EA71}" srcOrd="0" destOrd="0" presId="urn:microsoft.com/office/officeart/2005/8/layout/cycle1"/>
    <dgm:cxn modelId="{E4E71CAD-6815-CA4C-996E-1F79C423FB3F}" type="presOf" srcId="{7579596F-A0A9-9C4C-ADEB-31A003395F82}" destId="{66EA3402-7456-8A4E-BDE7-44D09D2BB1C8}" srcOrd="0" destOrd="0" presId="urn:microsoft.com/office/officeart/2005/8/layout/cycle1"/>
    <dgm:cxn modelId="{3A452BE0-2E0A-264D-99A8-41D3AC2C0DF6}" type="presOf" srcId="{2A663AF8-8000-BA41-8AE1-48357157BD55}" destId="{C53F79E7-DCEA-C049-A46F-4A65B571F495}" srcOrd="0" destOrd="0" presId="urn:microsoft.com/office/officeart/2005/8/layout/cycle1"/>
    <dgm:cxn modelId="{94EDB3F2-7138-2E40-AC6B-828B9F979BBC}" srcId="{82E34B6F-E457-3F46-BDD0-3411C0489C21}" destId="{2A663AF8-8000-BA41-8AE1-48357157BD55}" srcOrd="2" destOrd="0" parTransId="{04ABA36B-BCA9-1440-95DC-35F293CA8E1B}" sibTransId="{E3750160-9A40-B546-BD3F-1C9E43B8B513}"/>
    <dgm:cxn modelId="{594863B3-9EE8-154F-9E26-2969924C52A1}" type="presParOf" srcId="{FE25950C-4FD0-FE45-B6AB-BC8C06FD4EB3}" destId="{FACEA3AB-9A29-B141-8AF0-8E39BDFE00AB}" srcOrd="0" destOrd="0" presId="urn:microsoft.com/office/officeart/2005/8/layout/cycle1"/>
    <dgm:cxn modelId="{FDA4725F-D029-104D-B48F-D4A81A0D99C6}" type="presParOf" srcId="{FE25950C-4FD0-FE45-B6AB-BC8C06FD4EB3}" destId="{E0F7C2B9-B828-124F-924B-D34FCB0A36B6}" srcOrd="1" destOrd="0" presId="urn:microsoft.com/office/officeart/2005/8/layout/cycle1"/>
    <dgm:cxn modelId="{0577FDBA-4AD6-8A45-94DF-506186F00F47}" type="presParOf" srcId="{FE25950C-4FD0-FE45-B6AB-BC8C06FD4EB3}" destId="{3B61416B-15B0-5C45-99C6-E22D0DEC4622}" srcOrd="2" destOrd="0" presId="urn:microsoft.com/office/officeart/2005/8/layout/cycle1"/>
    <dgm:cxn modelId="{19B403A9-F52A-2F48-B82D-831691146600}" type="presParOf" srcId="{FE25950C-4FD0-FE45-B6AB-BC8C06FD4EB3}" destId="{F1C6A15E-762C-9D44-B081-9D012181A5A7}" srcOrd="3" destOrd="0" presId="urn:microsoft.com/office/officeart/2005/8/layout/cycle1"/>
    <dgm:cxn modelId="{29D10313-5720-B342-88FF-5106C166FEDD}" type="presParOf" srcId="{FE25950C-4FD0-FE45-B6AB-BC8C06FD4EB3}" destId="{424E6A7D-54DF-3E45-902A-ABD8E756E59E}" srcOrd="4" destOrd="0" presId="urn:microsoft.com/office/officeart/2005/8/layout/cycle1"/>
    <dgm:cxn modelId="{553BC20D-783F-9544-BBD3-4AEAF69B4679}" type="presParOf" srcId="{FE25950C-4FD0-FE45-B6AB-BC8C06FD4EB3}" destId="{06508AD2-CEFD-0A48-A0A2-7097A0655A0C}" srcOrd="5" destOrd="0" presId="urn:microsoft.com/office/officeart/2005/8/layout/cycle1"/>
    <dgm:cxn modelId="{28C72D46-BB6E-2547-AF30-6D62F524AC7A}" type="presParOf" srcId="{FE25950C-4FD0-FE45-B6AB-BC8C06FD4EB3}" destId="{AF58ACAE-479C-EB48-980B-62A027DACDC6}" srcOrd="6" destOrd="0" presId="urn:microsoft.com/office/officeart/2005/8/layout/cycle1"/>
    <dgm:cxn modelId="{B4D7B9C9-A97C-A94E-AD87-35527EAAF403}" type="presParOf" srcId="{FE25950C-4FD0-FE45-B6AB-BC8C06FD4EB3}" destId="{C53F79E7-DCEA-C049-A46F-4A65B571F495}" srcOrd="7" destOrd="0" presId="urn:microsoft.com/office/officeart/2005/8/layout/cycle1"/>
    <dgm:cxn modelId="{4163FD76-7304-C54F-8974-FB44E527B24D}" type="presParOf" srcId="{FE25950C-4FD0-FE45-B6AB-BC8C06FD4EB3}" destId="{1F1607BC-832B-D341-B5AB-7233F9CA424F}" srcOrd="8" destOrd="0" presId="urn:microsoft.com/office/officeart/2005/8/layout/cycle1"/>
    <dgm:cxn modelId="{171CE0D7-4F19-7B44-A6A9-1AF50C666F81}" type="presParOf" srcId="{FE25950C-4FD0-FE45-B6AB-BC8C06FD4EB3}" destId="{D9FCA9CD-1517-7245-AD00-62BC0122B821}" srcOrd="9" destOrd="0" presId="urn:microsoft.com/office/officeart/2005/8/layout/cycle1"/>
    <dgm:cxn modelId="{69709743-CAB6-6047-B777-711D21161081}" type="presParOf" srcId="{FE25950C-4FD0-FE45-B6AB-BC8C06FD4EB3}" destId="{C37AA77C-30EC-454F-A9EB-B38CB56CF413}" srcOrd="10" destOrd="0" presId="urn:microsoft.com/office/officeart/2005/8/layout/cycle1"/>
    <dgm:cxn modelId="{C48A6CBC-BF8D-864C-BD98-165E685EDE3C}" type="presParOf" srcId="{FE25950C-4FD0-FE45-B6AB-BC8C06FD4EB3}" destId="{581BE5A8-BEA5-AC42-918D-34A3C264AE4A}" srcOrd="11" destOrd="0" presId="urn:microsoft.com/office/officeart/2005/8/layout/cycle1"/>
    <dgm:cxn modelId="{577DB7E0-251D-0448-A4AD-A7AB997264CA}" type="presParOf" srcId="{FE25950C-4FD0-FE45-B6AB-BC8C06FD4EB3}" destId="{215E2847-F0F5-3E4E-BA21-DC517DB379D4}" srcOrd="12" destOrd="0" presId="urn:microsoft.com/office/officeart/2005/8/layout/cycle1"/>
    <dgm:cxn modelId="{DB360A09-D574-8243-934F-B2F5900996CA}" type="presParOf" srcId="{FE25950C-4FD0-FE45-B6AB-BC8C06FD4EB3}" destId="{A571D8A6-6026-B14D-B27D-E37DBDA4EA71}" srcOrd="13" destOrd="0" presId="urn:microsoft.com/office/officeart/2005/8/layout/cycle1"/>
    <dgm:cxn modelId="{EE86B473-75EE-A244-BAC0-4E39AFD06617}" type="presParOf" srcId="{FE25950C-4FD0-FE45-B6AB-BC8C06FD4EB3}" destId="{66EA3402-7456-8A4E-BDE7-44D09D2BB1C8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7C2B9-B828-124F-924B-D34FCB0A36B6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Image</a:t>
          </a:r>
        </a:p>
      </dsp:txBody>
      <dsp:txXfrm>
        <a:off x="4704665" y="39140"/>
        <a:ext cx="1341437" cy="1341437"/>
      </dsp:txXfrm>
    </dsp:sp>
    <dsp:sp modelId="{3B61416B-15B0-5C45-99C6-E22D0DEC4622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E6A7D-54DF-3E45-902A-ABD8E756E59E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Analyze Image</a:t>
          </a:r>
        </a:p>
      </dsp:txBody>
      <dsp:txXfrm>
        <a:off x="5515145" y="2533541"/>
        <a:ext cx="1341437" cy="1341437"/>
      </dsp:txXfrm>
    </dsp:sp>
    <dsp:sp modelId="{06508AD2-CEFD-0A48-A0A2-7097A0655A0C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F79E7-DCEA-C049-A46F-4A65B571F49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Chain </a:t>
          </a:r>
          <a:r>
            <a:rPr lang="de-DE" sz="2100" kern="1200" dirty="0" err="1"/>
            <a:t>of</a:t>
          </a:r>
          <a:r>
            <a:rPr lang="de-DE" sz="2100" kern="1200" dirty="0"/>
            <a:t> </a:t>
          </a:r>
          <a:r>
            <a:rPr lang="de-DE" sz="2100" kern="1200" dirty="0" err="1"/>
            <a:t>Thought</a:t>
          </a:r>
          <a:endParaRPr lang="de-DE" sz="2100" kern="1200" dirty="0"/>
        </a:p>
      </dsp:txBody>
      <dsp:txXfrm>
        <a:off x="3393281" y="4075166"/>
        <a:ext cx="1341437" cy="1341437"/>
      </dsp:txXfrm>
    </dsp:sp>
    <dsp:sp modelId="{1F1607BC-832B-D341-B5AB-7233F9CA424F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AA77C-30EC-454F-A9EB-B38CB56CF413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 err="1"/>
            <a:t>Automatic</a:t>
          </a:r>
          <a:r>
            <a:rPr lang="de-DE" sz="2100" kern="1200" dirty="0"/>
            <a:t> Prompt Generation</a:t>
          </a:r>
        </a:p>
      </dsp:txBody>
      <dsp:txXfrm>
        <a:off x="1271416" y="2533541"/>
        <a:ext cx="1341437" cy="1341437"/>
      </dsp:txXfrm>
    </dsp:sp>
    <dsp:sp modelId="{581BE5A8-BEA5-AC42-918D-34A3C264AE4A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1D8A6-6026-B14D-B27D-E37DBDA4EA71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Output </a:t>
          </a:r>
        </a:p>
      </dsp:txBody>
      <dsp:txXfrm>
        <a:off x="2081896" y="39140"/>
        <a:ext cx="1341437" cy="1341437"/>
      </dsp:txXfrm>
    </dsp:sp>
    <dsp:sp modelId="{66EA3402-7456-8A4E-BDE7-44D09D2BB1C8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7C2B9-B828-124F-924B-D34FCB0A36B6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Soundfile</a:t>
          </a:r>
        </a:p>
      </dsp:txBody>
      <dsp:txXfrm>
        <a:off x="4704665" y="39140"/>
        <a:ext cx="1341437" cy="1341437"/>
      </dsp:txXfrm>
    </dsp:sp>
    <dsp:sp modelId="{3B61416B-15B0-5C45-99C6-E22D0DEC4622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E6A7D-54DF-3E45-902A-ABD8E756E59E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Analyze Sound</a:t>
          </a:r>
        </a:p>
      </dsp:txBody>
      <dsp:txXfrm>
        <a:off x="5515145" y="2533541"/>
        <a:ext cx="1341437" cy="1341437"/>
      </dsp:txXfrm>
    </dsp:sp>
    <dsp:sp modelId="{06508AD2-CEFD-0A48-A0A2-7097A0655A0C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F79E7-DCEA-C049-A46F-4A65B571F495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Chain </a:t>
          </a:r>
          <a:r>
            <a:rPr lang="de-DE" sz="2100" kern="1200" dirty="0" err="1"/>
            <a:t>of</a:t>
          </a:r>
          <a:r>
            <a:rPr lang="de-DE" sz="2100" kern="1200" dirty="0"/>
            <a:t> </a:t>
          </a:r>
          <a:r>
            <a:rPr lang="de-DE" sz="2100" kern="1200" dirty="0" err="1"/>
            <a:t>Thought</a:t>
          </a:r>
          <a:endParaRPr lang="de-DE" sz="2100" kern="1200" dirty="0"/>
        </a:p>
      </dsp:txBody>
      <dsp:txXfrm>
        <a:off x="3393281" y="4075166"/>
        <a:ext cx="1341437" cy="1341437"/>
      </dsp:txXfrm>
    </dsp:sp>
    <dsp:sp modelId="{1F1607BC-832B-D341-B5AB-7233F9CA424F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AA77C-30EC-454F-A9EB-B38CB56CF413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 err="1"/>
            <a:t>Automatic</a:t>
          </a:r>
          <a:r>
            <a:rPr lang="de-DE" sz="2100" kern="1200" dirty="0"/>
            <a:t> Prompt Generation</a:t>
          </a:r>
        </a:p>
      </dsp:txBody>
      <dsp:txXfrm>
        <a:off x="1271416" y="2533541"/>
        <a:ext cx="1341437" cy="1341437"/>
      </dsp:txXfrm>
    </dsp:sp>
    <dsp:sp modelId="{581BE5A8-BEA5-AC42-918D-34A3C264AE4A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1D8A6-6026-B14D-B27D-E37DBDA4EA71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Output</a:t>
          </a:r>
        </a:p>
      </dsp:txBody>
      <dsp:txXfrm>
        <a:off x="2081896" y="39140"/>
        <a:ext cx="1341437" cy="1341437"/>
      </dsp:txXfrm>
    </dsp:sp>
    <dsp:sp modelId="{66EA3402-7456-8A4E-BDE7-44D09D2BB1C8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09D10-6A88-E341-B2D8-5467B670578E}" type="datetimeFigureOut">
              <a:rPr lang="de-DE" smtClean="0"/>
              <a:t>10.01.26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569FD-BC7C-564B-B1C4-CE8647AC0D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64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569FD-BC7C-564B-B1C4-CE8647AC0D4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951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569FD-BC7C-564B-B1C4-CE8647AC0D4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11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239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877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102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191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680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992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725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201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508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702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078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24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Fq_CvRCpA0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3157AF30-67FF-339C-273B-45DE0830A4F4}"/>
              </a:ext>
            </a:extLst>
          </p:cNvPr>
          <p:cNvSpPr txBox="1"/>
          <p:nvPr/>
        </p:nvSpPr>
        <p:spPr>
          <a:xfrm>
            <a:off x="1555667" y="1128156"/>
            <a:ext cx="894211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i="1" dirty="0"/>
              <a:t>CAS: AI and Creative Practices</a:t>
            </a:r>
          </a:p>
          <a:p>
            <a:endParaRPr lang="en-GB" sz="4400" dirty="0"/>
          </a:p>
          <a:p>
            <a:r>
              <a:rPr lang="en-GB" sz="4400" dirty="0"/>
              <a:t>Module 6: </a:t>
            </a:r>
          </a:p>
          <a:p>
            <a:r>
              <a:rPr lang="en-GB" sz="4400" dirty="0"/>
              <a:t>LLMs as Agents</a:t>
            </a:r>
          </a:p>
        </p:txBody>
      </p:sp>
    </p:spTree>
    <p:extLst>
      <p:ext uri="{BB962C8B-B14F-4D97-AF65-F5344CB8AC3E}">
        <p14:creationId xmlns:p14="http://schemas.microsoft.com/office/powerpoint/2010/main" val="364824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A65BB14-BED6-E1E5-7AC6-FCD9361EAF15}"/>
              </a:ext>
            </a:extLst>
          </p:cNvPr>
          <p:cNvSpPr txBox="1"/>
          <p:nvPr/>
        </p:nvSpPr>
        <p:spPr>
          <a:xfrm>
            <a:off x="2303362" y="1643605"/>
            <a:ext cx="780133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1. Chain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thought</a:t>
            </a:r>
            <a:endParaRPr lang="de-DE" sz="3200" dirty="0"/>
          </a:p>
          <a:p>
            <a:r>
              <a:rPr lang="de-DE" sz="3200" dirty="0" err="1"/>
              <a:t>Sequences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tasks</a:t>
            </a:r>
            <a:r>
              <a:rPr lang="de-DE" sz="3200" dirty="0"/>
              <a:t> </a:t>
            </a:r>
            <a:r>
              <a:rPr lang="de-DE" sz="3200" dirty="0" err="1"/>
              <a:t>that</a:t>
            </a:r>
            <a:r>
              <a:rPr lang="de-DE" sz="3200" dirty="0"/>
              <a:t> </a:t>
            </a:r>
            <a:r>
              <a:rPr lang="de-DE" sz="3200" dirty="0" err="1"/>
              <a:t>require</a:t>
            </a:r>
            <a:r>
              <a:rPr lang="de-DE" sz="3200" dirty="0"/>
              <a:t> „</a:t>
            </a:r>
            <a:r>
              <a:rPr lang="de-DE" sz="3200" dirty="0" err="1"/>
              <a:t>thinking</a:t>
            </a:r>
            <a:r>
              <a:rPr lang="de-DE" sz="3200" dirty="0"/>
              <a:t>“ and </a:t>
            </a:r>
            <a:r>
              <a:rPr lang="de-DE" sz="3200" dirty="0" err="1"/>
              <a:t>build</a:t>
            </a:r>
            <a:r>
              <a:rPr lang="de-DE" sz="3200" dirty="0"/>
              <a:t> on </a:t>
            </a:r>
            <a:r>
              <a:rPr lang="de-DE" sz="3200" dirty="0" err="1"/>
              <a:t>each</a:t>
            </a:r>
            <a:r>
              <a:rPr lang="de-DE" sz="3200" dirty="0"/>
              <a:t> </a:t>
            </a:r>
            <a:r>
              <a:rPr lang="de-DE" sz="3200" dirty="0" err="1"/>
              <a:t>other</a:t>
            </a:r>
            <a:endParaRPr lang="de-DE" sz="3200" dirty="0"/>
          </a:p>
          <a:p>
            <a:endParaRPr lang="de-DE" sz="3200" dirty="0"/>
          </a:p>
          <a:p>
            <a:r>
              <a:rPr lang="de-DE" sz="3200" dirty="0"/>
              <a:t>2. </a:t>
            </a:r>
            <a:r>
              <a:rPr lang="de-DE" sz="3200" dirty="0" err="1"/>
              <a:t>Agents</a:t>
            </a:r>
            <a:endParaRPr lang="de-DE" sz="3200" dirty="0"/>
          </a:p>
          <a:p>
            <a:r>
              <a:rPr lang="de-DE" sz="3200" dirty="0" err="1"/>
              <a:t>Sequences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</a:t>
            </a:r>
            <a:r>
              <a:rPr lang="de-DE" sz="3200" dirty="0" err="1"/>
              <a:t>tasks</a:t>
            </a:r>
            <a:r>
              <a:rPr lang="de-DE" sz="3200" dirty="0"/>
              <a:t> </a:t>
            </a:r>
            <a:r>
              <a:rPr lang="de-DE" sz="3200" dirty="0" err="1"/>
              <a:t>that</a:t>
            </a:r>
            <a:r>
              <a:rPr lang="de-DE" sz="3200" dirty="0"/>
              <a:t> </a:t>
            </a:r>
            <a:r>
              <a:rPr lang="de-DE" sz="3200" dirty="0" err="1"/>
              <a:t>require</a:t>
            </a:r>
            <a:r>
              <a:rPr lang="de-DE" sz="3200" dirty="0"/>
              <a:t> „</a:t>
            </a:r>
            <a:r>
              <a:rPr lang="de-DE" sz="3200" dirty="0" err="1"/>
              <a:t>thinking</a:t>
            </a:r>
            <a:r>
              <a:rPr lang="de-DE" sz="3200" dirty="0"/>
              <a:t>“ and </a:t>
            </a:r>
            <a:r>
              <a:rPr lang="de-DE" sz="3200" dirty="0" err="1"/>
              <a:t>decision</a:t>
            </a:r>
            <a:r>
              <a:rPr lang="de-DE" sz="3200" dirty="0"/>
              <a:t> </a:t>
            </a:r>
            <a:r>
              <a:rPr lang="de-DE" sz="3200" dirty="0" err="1"/>
              <a:t>making</a:t>
            </a:r>
            <a:r>
              <a:rPr lang="de-DE" sz="3200" dirty="0"/>
              <a:t> (e.g. </a:t>
            </a:r>
            <a:r>
              <a:rPr lang="de-DE" sz="3200" dirty="0" err="1"/>
              <a:t>chose</a:t>
            </a:r>
            <a:r>
              <a:rPr lang="de-DE" sz="3200" dirty="0"/>
              <a:t> a </a:t>
            </a:r>
            <a:r>
              <a:rPr lang="de-DE" sz="3200" dirty="0" err="1"/>
              <a:t>tool</a:t>
            </a:r>
            <a:r>
              <a:rPr lang="de-DE" sz="3200"/>
              <a:t>) </a:t>
            </a:r>
            <a:r>
              <a:rPr lang="de-DE" sz="3200" dirty="0"/>
              <a:t>and </a:t>
            </a:r>
            <a:r>
              <a:rPr lang="de-DE" sz="3200" dirty="0" err="1"/>
              <a:t>that</a:t>
            </a:r>
            <a:r>
              <a:rPr lang="de-DE" sz="3200" dirty="0"/>
              <a:t> </a:t>
            </a:r>
            <a:r>
              <a:rPr lang="de-DE" sz="3200" dirty="0" err="1"/>
              <a:t>build</a:t>
            </a:r>
            <a:r>
              <a:rPr lang="de-DE" sz="3200" dirty="0"/>
              <a:t> on </a:t>
            </a:r>
            <a:r>
              <a:rPr lang="de-DE" sz="3200" dirty="0" err="1"/>
              <a:t>each</a:t>
            </a:r>
            <a:r>
              <a:rPr lang="de-DE" sz="3200" dirty="0"/>
              <a:t> </a:t>
            </a:r>
            <a:r>
              <a:rPr lang="de-DE" sz="3200" dirty="0" err="1"/>
              <a:t>other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49514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84FA-1941-D47B-6592-6429CDD7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Text, Uhr, Schrift enthält.&#10;&#10;KI-generierte Inhalte können fehlerhaft sein.">
            <a:extLst>
              <a:ext uri="{FF2B5EF4-FFF2-40B4-BE49-F238E27FC236}">
                <a16:creationId xmlns:a16="http://schemas.microsoft.com/office/drawing/2014/main" id="{A3FE73EC-9818-2C59-E084-23EA5726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46812"/>
            <a:ext cx="11314177" cy="625257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AEDFE2C-6ADF-3E82-9B5B-A91272F9311B}"/>
              </a:ext>
            </a:extLst>
          </p:cNvPr>
          <p:cNvSpPr txBox="1"/>
          <p:nvPr/>
        </p:nvSpPr>
        <p:spPr>
          <a:xfrm>
            <a:off x="8863584" y="65615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Guilaume</a:t>
            </a:r>
            <a:r>
              <a:rPr lang="de-DE" dirty="0"/>
              <a:t> Witz</a:t>
            </a:r>
          </a:p>
        </p:txBody>
      </p:sp>
    </p:spTree>
    <p:extLst>
      <p:ext uri="{BB962C8B-B14F-4D97-AF65-F5344CB8AC3E}">
        <p14:creationId xmlns:p14="http://schemas.microsoft.com/office/powerpoint/2010/main" val="697774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1329-E29A-DA47-F5C3-5176801F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B87DA41-0F40-4F41-8B91-7BA173FC12BF}"/>
              </a:ext>
            </a:extLst>
          </p:cNvPr>
          <p:cNvSpPr txBox="1"/>
          <p:nvPr/>
        </p:nvSpPr>
        <p:spPr>
          <a:xfrm>
            <a:off x="8863584" y="65615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Guilaume</a:t>
            </a:r>
            <a:r>
              <a:rPr lang="de-DE" dirty="0"/>
              <a:t> Witz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6C1A49-6273-B0AE-7067-684452020028}"/>
              </a:ext>
            </a:extLst>
          </p:cNvPr>
          <p:cNvSpPr txBox="1"/>
          <p:nvPr/>
        </p:nvSpPr>
        <p:spPr>
          <a:xfrm>
            <a:off x="2527300" y="7817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Eric Pritchet (IBM) 2025</a:t>
            </a:r>
            <a:endParaRPr lang="de-CH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24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https://www.youtube.com/watch?v=OFq_CvRCpA0</a:t>
            </a:r>
            <a:endParaRPr lang="de-CH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4856738-987F-F2FF-F16A-87785915779A}"/>
              </a:ext>
            </a:extLst>
          </p:cNvPr>
          <p:cNvSpPr txBox="1"/>
          <p:nvPr/>
        </p:nvSpPr>
        <p:spPr>
          <a:xfrm>
            <a:off x="3721100" y="2936944"/>
            <a:ext cx="6743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MCP (Model Context Protocol) server is a program that connects AI models, like LLMs, to external tools, data, and systems (e.g., databases, GitHub, Slack) using a standardized way to share context, enabling the AI to access live information and perform actions beyond its training data, facilitating tasks like fetching real-time data, running code, or managing workflows.</a:t>
            </a:r>
            <a:r>
              <a:rPr lang="de-CH" dirty="0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7095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04E9-36AD-C73B-BA3F-A5F81452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436FC0B-7D14-EADC-8A2B-CDD11DEF420D}"/>
              </a:ext>
            </a:extLst>
          </p:cNvPr>
          <p:cNvSpPr/>
          <p:nvPr/>
        </p:nvSpPr>
        <p:spPr>
          <a:xfrm>
            <a:off x="6335211" y="1348439"/>
            <a:ext cx="4253695" cy="1892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Generative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AFEF741-7D5B-475A-35EA-1F0A63AC2003}"/>
              </a:ext>
            </a:extLst>
          </p:cNvPr>
          <p:cNvSpPr/>
          <p:nvPr/>
        </p:nvSpPr>
        <p:spPr>
          <a:xfrm>
            <a:off x="1603094" y="1348439"/>
            <a:ext cx="4253696" cy="1892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 err="1"/>
              <a:t>Discriminative</a:t>
            </a:r>
            <a:r>
              <a:rPr lang="de-DE" sz="3200" dirty="0"/>
              <a:t> AI</a:t>
            </a:r>
          </a:p>
          <a:p>
            <a:pPr algn="ctr"/>
            <a:r>
              <a:rPr lang="de-DE" sz="3200" dirty="0"/>
              <a:t>(</a:t>
            </a:r>
            <a:r>
              <a:rPr lang="de-DE" sz="3200" dirty="0" err="1"/>
              <a:t>Classifier</a:t>
            </a:r>
            <a:r>
              <a:rPr lang="de-DE" sz="3200" dirty="0"/>
              <a:t>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B01890-B087-7C6B-A675-8ADADE53DE8E}"/>
              </a:ext>
            </a:extLst>
          </p:cNvPr>
          <p:cNvSpPr/>
          <p:nvPr/>
        </p:nvSpPr>
        <p:spPr>
          <a:xfrm>
            <a:off x="1493134" y="3865956"/>
            <a:ext cx="9095772" cy="16436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Transformer Architecture (NLP)</a:t>
            </a:r>
          </a:p>
          <a:p>
            <a:pPr algn="ctr"/>
            <a:r>
              <a:rPr lang="de-DE" sz="3200" dirty="0"/>
              <a:t>Diffusion Models (Vision)</a:t>
            </a:r>
          </a:p>
        </p:txBody>
      </p:sp>
    </p:spTree>
    <p:extLst>
      <p:ext uri="{BB962C8B-B14F-4D97-AF65-F5344CB8AC3E}">
        <p14:creationId xmlns:p14="http://schemas.microsoft.com/office/powerpoint/2010/main" val="384973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0B9C-36CC-26FE-64F7-620D6F7D2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1B48107-0DA8-E5A5-17F6-785B5C35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058580"/>
            <a:ext cx="11399520" cy="502952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B318C87-87FB-CE11-1D7B-5E0E9D14253A}"/>
              </a:ext>
            </a:extLst>
          </p:cNvPr>
          <p:cNvSpPr txBox="1"/>
          <p:nvPr/>
        </p:nvSpPr>
        <p:spPr>
          <a:xfrm>
            <a:off x="7970520" y="6233160"/>
            <a:ext cx="2707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Andrew </a:t>
            </a:r>
            <a:r>
              <a:rPr lang="de-DE" dirty="0" err="1"/>
              <a:t>Ng</a:t>
            </a:r>
            <a:r>
              <a:rPr lang="de-DE" dirty="0"/>
              <a:t>, </a:t>
            </a:r>
            <a:r>
              <a:rPr lang="de-DE" dirty="0" err="1"/>
              <a:t>Deeplearning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230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65621CE-F180-4BF0-2A9B-9BC17B87A0C7}"/>
              </a:ext>
            </a:extLst>
          </p:cNvPr>
          <p:cNvSpPr txBox="1"/>
          <p:nvPr/>
        </p:nvSpPr>
        <p:spPr>
          <a:xfrm>
            <a:off x="1630680" y="2362200"/>
            <a:ext cx="96469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Wording:</a:t>
            </a:r>
          </a:p>
          <a:p>
            <a:r>
              <a:rPr lang="de-DE" sz="3200" dirty="0"/>
              <a:t> </a:t>
            </a:r>
            <a:r>
              <a:rPr lang="de-DE" sz="3200" dirty="0" err="1"/>
              <a:t>Instead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„</a:t>
            </a:r>
            <a:r>
              <a:rPr lang="de-DE" sz="3200" dirty="0" err="1"/>
              <a:t>Agents</a:t>
            </a:r>
            <a:r>
              <a:rPr lang="de-DE" sz="3200" dirty="0"/>
              <a:t>“ </a:t>
            </a:r>
            <a:r>
              <a:rPr lang="de-DE" sz="3200" dirty="0" err="1"/>
              <a:t>speak</a:t>
            </a:r>
            <a:r>
              <a:rPr lang="de-DE" sz="3200" dirty="0"/>
              <a:t> </a:t>
            </a:r>
            <a:r>
              <a:rPr lang="de-DE" sz="3200" dirty="0" err="1"/>
              <a:t>of</a:t>
            </a:r>
            <a:r>
              <a:rPr lang="de-DE" sz="3200" dirty="0"/>
              <a:t> „</a:t>
            </a:r>
            <a:r>
              <a:rPr lang="de-DE" sz="3200" dirty="0" err="1"/>
              <a:t>Agentic</a:t>
            </a:r>
            <a:r>
              <a:rPr lang="de-DE" sz="3200" dirty="0"/>
              <a:t> Workflows“</a:t>
            </a:r>
          </a:p>
          <a:p>
            <a:endParaRPr lang="de-DE" sz="3200" dirty="0"/>
          </a:p>
          <a:p>
            <a:r>
              <a:rPr lang="de-DE" sz="3200" dirty="0"/>
              <a:t>Andrew </a:t>
            </a:r>
            <a:r>
              <a:rPr lang="de-DE" sz="3200" dirty="0" err="1"/>
              <a:t>Ng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15630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Website, Webseite, Onlinewerbung enthält.&#10;&#10;KI-generierte Inhalte können fehlerhaft sein.">
            <a:extLst>
              <a:ext uri="{FF2B5EF4-FFF2-40B4-BE49-F238E27FC236}">
                <a16:creationId xmlns:a16="http://schemas.microsoft.com/office/drawing/2014/main" id="{A409E8FC-47B9-D144-EAB9-98A30AAB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633697"/>
            <a:ext cx="10896600" cy="55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63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E49C820-F599-656E-D3CD-92723CBCC96B}"/>
              </a:ext>
            </a:extLst>
          </p:cNvPr>
          <p:cNvSpPr txBox="1"/>
          <p:nvPr/>
        </p:nvSpPr>
        <p:spPr>
          <a:xfrm>
            <a:off x="1127760" y="609600"/>
            <a:ext cx="101955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i="1" dirty="0"/>
              <a:t>Find a Partner and  </a:t>
            </a:r>
            <a:r>
              <a:rPr lang="de-DE" sz="3200" b="1" i="1" dirty="0" err="1"/>
              <a:t>discuss</a:t>
            </a:r>
            <a:r>
              <a:rPr lang="de-DE" sz="3200" b="1" i="1" dirty="0"/>
              <a:t>: </a:t>
            </a:r>
          </a:p>
          <a:p>
            <a:endParaRPr lang="de-DE" sz="3200" dirty="0"/>
          </a:p>
          <a:p>
            <a:r>
              <a:rPr lang="de-DE" sz="3200" dirty="0"/>
              <a:t>Think </a:t>
            </a:r>
            <a:r>
              <a:rPr lang="de-DE" sz="3200" dirty="0" err="1"/>
              <a:t>of</a:t>
            </a:r>
            <a:r>
              <a:rPr lang="de-DE" sz="3200" dirty="0"/>
              <a:t> AI </a:t>
            </a:r>
            <a:r>
              <a:rPr lang="de-DE" sz="3200" dirty="0" err="1"/>
              <a:t>as</a:t>
            </a:r>
            <a:r>
              <a:rPr lang="de-DE" sz="3200" dirty="0"/>
              <a:t> a </a:t>
            </a:r>
            <a:r>
              <a:rPr lang="de-DE" sz="3200" dirty="0" err="1"/>
              <a:t>partner</a:t>
            </a:r>
            <a:r>
              <a:rPr lang="de-DE" sz="3200" dirty="0"/>
              <a:t> in </a:t>
            </a:r>
            <a:r>
              <a:rPr lang="de-DE" sz="3200" dirty="0" err="1"/>
              <a:t>your</a:t>
            </a:r>
            <a:r>
              <a:rPr lang="de-DE" sz="3200" dirty="0"/>
              <a:t> </a:t>
            </a:r>
            <a:r>
              <a:rPr lang="de-DE" sz="3200" dirty="0" err="1"/>
              <a:t>project</a:t>
            </a:r>
            <a:endParaRPr lang="de-DE" sz="3200" dirty="0"/>
          </a:p>
          <a:p>
            <a:pPr marL="342900" indent="-342900">
              <a:buAutoNum type="arabicPeriod"/>
            </a:pPr>
            <a:r>
              <a:rPr lang="de-DE" sz="3200" dirty="0" err="1"/>
              <a:t>Is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 a </a:t>
            </a:r>
            <a:r>
              <a:rPr lang="de-DE" sz="3200" dirty="0" err="1"/>
              <a:t>partner</a:t>
            </a:r>
            <a:r>
              <a:rPr lang="de-DE" sz="3200" dirty="0"/>
              <a:t> </a:t>
            </a:r>
            <a:r>
              <a:rPr lang="de-DE" sz="3200" dirty="0" err="1"/>
              <a:t>for</a:t>
            </a:r>
            <a:r>
              <a:rPr lang="de-DE" sz="3200" dirty="0"/>
              <a:t>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>
                <a:solidFill>
                  <a:srgbClr val="FFC000"/>
                </a:solidFill>
              </a:rPr>
              <a:t>user</a:t>
            </a:r>
            <a:r>
              <a:rPr lang="de-DE" sz="3200" dirty="0"/>
              <a:t> </a:t>
            </a:r>
            <a:r>
              <a:rPr lang="de-DE" sz="3200" dirty="0" err="1"/>
              <a:t>or</a:t>
            </a:r>
            <a:r>
              <a:rPr lang="de-DE" sz="3200" dirty="0"/>
              <a:t>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>
                <a:solidFill>
                  <a:srgbClr val="FFC000"/>
                </a:solidFill>
              </a:rPr>
              <a:t>artist</a:t>
            </a:r>
            <a:r>
              <a:rPr lang="de-DE" sz="3200" dirty="0"/>
              <a:t> (</a:t>
            </a:r>
            <a:r>
              <a:rPr lang="de-DE" sz="3200" dirty="0" err="1"/>
              <a:t>or</a:t>
            </a:r>
            <a:r>
              <a:rPr lang="de-DE" sz="3200" dirty="0"/>
              <a:t> </a:t>
            </a:r>
            <a:r>
              <a:rPr lang="de-DE" sz="3200" dirty="0" err="1"/>
              <a:t>both</a:t>
            </a:r>
            <a:r>
              <a:rPr lang="de-DE" sz="3200" dirty="0"/>
              <a:t>)?</a:t>
            </a:r>
          </a:p>
          <a:p>
            <a:pPr marL="342900" indent="-342900">
              <a:buAutoNum type="arabicPeriod"/>
            </a:pPr>
            <a:r>
              <a:rPr lang="de-DE" sz="3200" dirty="0" err="1"/>
              <a:t>What</a:t>
            </a:r>
            <a:r>
              <a:rPr lang="de-DE" sz="3200" dirty="0"/>
              <a:t> </a:t>
            </a:r>
            <a:r>
              <a:rPr lang="de-DE" sz="3200" dirty="0" err="1"/>
              <a:t>should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 </a:t>
            </a:r>
            <a:r>
              <a:rPr lang="de-DE" sz="3200" dirty="0" err="1">
                <a:solidFill>
                  <a:srgbClr val="FFC000"/>
                </a:solidFill>
              </a:rPr>
              <a:t>perceive</a:t>
            </a:r>
            <a:r>
              <a:rPr lang="de-DE" sz="3200" dirty="0"/>
              <a:t> (</a:t>
            </a:r>
            <a:r>
              <a:rPr lang="de-DE" sz="3200" dirty="0" err="1"/>
              <a:t>input</a:t>
            </a:r>
            <a:r>
              <a:rPr lang="de-DE" sz="3200" dirty="0"/>
              <a:t>, </a:t>
            </a:r>
            <a:r>
              <a:rPr lang="de-DE" sz="3200" dirty="0" err="1"/>
              <a:t>sensors</a:t>
            </a:r>
            <a:r>
              <a:rPr lang="de-DE" sz="3200" dirty="0"/>
              <a:t>, </a:t>
            </a:r>
            <a:r>
              <a:rPr lang="de-DE" sz="3200" dirty="0" err="1"/>
              <a:t>dataformat</a:t>
            </a:r>
            <a:r>
              <a:rPr lang="de-DE" sz="3200" dirty="0"/>
              <a:t>, </a:t>
            </a:r>
            <a:r>
              <a:rPr lang="de-DE" sz="3200" dirty="0" err="1"/>
              <a:t>categories</a:t>
            </a:r>
            <a:r>
              <a:rPr lang="de-DE" sz="3200" dirty="0"/>
              <a:t>, </a:t>
            </a:r>
            <a:r>
              <a:rPr lang="de-DE" sz="3200" dirty="0" err="1"/>
              <a:t>clusters</a:t>
            </a:r>
            <a:r>
              <a:rPr lang="de-DE" sz="3200" dirty="0"/>
              <a:t> etc.)?</a:t>
            </a:r>
          </a:p>
          <a:p>
            <a:pPr marL="342900" indent="-342900">
              <a:buAutoNum type="arabicPeriod"/>
            </a:pPr>
            <a:r>
              <a:rPr lang="de-DE" sz="3200" dirty="0"/>
              <a:t>How </a:t>
            </a:r>
            <a:r>
              <a:rPr lang="de-DE" sz="3200" dirty="0" err="1"/>
              <a:t>should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 </a:t>
            </a:r>
            <a:r>
              <a:rPr lang="de-DE" sz="3200" dirty="0" err="1">
                <a:solidFill>
                  <a:srgbClr val="FFC000"/>
                </a:solidFill>
              </a:rPr>
              <a:t>behave</a:t>
            </a:r>
            <a:r>
              <a:rPr lang="de-DE" sz="3200" dirty="0"/>
              <a:t> (</a:t>
            </a:r>
            <a:r>
              <a:rPr lang="de-DE" sz="3200" dirty="0" err="1"/>
              <a:t>output</a:t>
            </a:r>
            <a:r>
              <a:rPr lang="de-DE" sz="3200" dirty="0"/>
              <a:t>, </a:t>
            </a:r>
            <a:r>
              <a:rPr lang="de-DE" sz="3200" dirty="0" err="1"/>
              <a:t>determistic</a:t>
            </a:r>
            <a:r>
              <a:rPr lang="de-DE" sz="3200" dirty="0"/>
              <a:t>, </a:t>
            </a:r>
            <a:r>
              <a:rPr lang="de-DE" sz="3200" dirty="0" err="1"/>
              <a:t>random</a:t>
            </a:r>
            <a:r>
              <a:rPr lang="de-DE" sz="3200" dirty="0"/>
              <a:t>, </a:t>
            </a:r>
            <a:r>
              <a:rPr lang="de-DE" sz="3200" dirty="0" err="1"/>
              <a:t>conditional</a:t>
            </a:r>
            <a:r>
              <a:rPr lang="de-DE" sz="3200" dirty="0"/>
              <a:t>, </a:t>
            </a:r>
            <a:r>
              <a:rPr lang="de-DE" sz="3200" dirty="0" err="1"/>
              <a:t>tools</a:t>
            </a:r>
            <a:r>
              <a:rPr lang="de-DE" sz="3200" dirty="0"/>
              <a:t> etc.) </a:t>
            </a:r>
          </a:p>
          <a:p>
            <a:pPr marL="342900" indent="-342900">
              <a:buAutoNum type="arabicPeriod"/>
            </a:pPr>
            <a:r>
              <a:rPr lang="de-DE" sz="3200" dirty="0"/>
              <a:t>How will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user</a:t>
            </a:r>
            <a:r>
              <a:rPr lang="de-DE" sz="3200" dirty="0"/>
              <a:t>/</a:t>
            </a:r>
            <a:r>
              <a:rPr lang="de-DE" sz="3200" dirty="0" err="1"/>
              <a:t>audience</a:t>
            </a:r>
            <a:r>
              <a:rPr lang="de-DE" sz="3200" dirty="0"/>
              <a:t> </a:t>
            </a:r>
            <a:r>
              <a:rPr lang="de-DE" sz="3200" dirty="0" err="1"/>
              <a:t>or</a:t>
            </a:r>
            <a:r>
              <a:rPr lang="de-DE" sz="3200" dirty="0"/>
              <a:t> </a:t>
            </a:r>
            <a:r>
              <a:rPr lang="de-DE" sz="3200" dirty="0" err="1"/>
              <a:t>artist</a:t>
            </a:r>
            <a:r>
              <a:rPr lang="de-DE" sz="3200" dirty="0"/>
              <a:t> </a:t>
            </a:r>
            <a:r>
              <a:rPr lang="de-DE" sz="3200" dirty="0" err="1">
                <a:solidFill>
                  <a:srgbClr val="FFC000"/>
                </a:solidFill>
              </a:rPr>
              <a:t>feel</a:t>
            </a:r>
            <a:r>
              <a:rPr lang="de-DE" sz="3200" dirty="0">
                <a:solidFill>
                  <a:srgbClr val="FFC000"/>
                </a:solidFill>
              </a:rPr>
              <a:t> </a:t>
            </a:r>
            <a:r>
              <a:rPr lang="de-DE" sz="3200" dirty="0" err="1">
                <a:solidFill>
                  <a:srgbClr val="FFC000"/>
                </a:solidFill>
              </a:rPr>
              <a:t>the</a:t>
            </a:r>
            <a:r>
              <a:rPr lang="de-DE" sz="3200" dirty="0">
                <a:solidFill>
                  <a:srgbClr val="FFC000"/>
                </a:solidFill>
              </a:rPr>
              <a:t> AI</a:t>
            </a:r>
            <a:r>
              <a:rPr lang="de-DE" sz="3200" dirty="0"/>
              <a:t>?</a:t>
            </a:r>
          </a:p>
          <a:p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41077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38E4-1895-D0CE-81E3-CD932CCE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63B43796-BF7B-A0C8-1D8D-D23136A71215}"/>
              </a:ext>
            </a:extLst>
          </p:cNvPr>
          <p:cNvSpPr txBox="1"/>
          <p:nvPr/>
        </p:nvSpPr>
        <p:spPr>
          <a:xfrm>
            <a:off x="2402840" y="2721114"/>
            <a:ext cx="69808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 err="1"/>
              <a:t>Designing</a:t>
            </a:r>
            <a:r>
              <a:rPr lang="de-DE" sz="4000" dirty="0"/>
              <a:t> an </a:t>
            </a:r>
            <a:r>
              <a:rPr lang="de-DE" sz="4000" dirty="0" err="1"/>
              <a:t>Agentic</a:t>
            </a:r>
            <a:r>
              <a:rPr lang="de-DE" sz="4000" dirty="0"/>
              <a:t> Workflow</a:t>
            </a:r>
          </a:p>
        </p:txBody>
      </p:sp>
    </p:spTree>
    <p:extLst>
      <p:ext uri="{BB962C8B-B14F-4D97-AF65-F5344CB8AC3E}">
        <p14:creationId xmlns:p14="http://schemas.microsoft.com/office/powerpoint/2010/main" val="1361612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7DB3-BF1F-FCE5-697B-788690C8B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F50D96A-D2CD-7BAA-037D-ED3866D21F2E}"/>
              </a:ext>
            </a:extLst>
          </p:cNvPr>
          <p:cNvSpPr txBox="1"/>
          <p:nvPr/>
        </p:nvSpPr>
        <p:spPr>
          <a:xfrm>
            <a:off x="1251958" y="685800"/>
            <a:ext cx="90731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3600" dirty="0"/>
          </a:p>
          <a:p>
            <a:endParaRPr lang="de-DE" sz="3600" dirty="0"/>
          </a:p>
          <a:p>
            <a:pPr marL="342900" indent="-342900">
              <a:buAutoNum type="arabicPeriod"/>
            </a:pPr>
            <a:r>
              <a:rPr lang="de-DE" sz="3600" dirty="0"/>
              <a:t>„The </a:t>
            </a:r>
            <a:r>
              <a:rPr lang="de-DE" sz="3600" dirty="0" err="1"/>
              <a:t>body</a:t>
            </a:r>
            <a:r>
              <a:rPr lang="de-DE" sz="3600" dirty="0"/>
              <a:t>“: </a:t>
            </a:r>
            <a:r>
              <a:rPr lang="de-DE" sz="3600" dirty="0">
                <a:solidFill>
                  <a:srgbClr val="FFC000"/>
                </a:solidFill>
              </a:rPr>
              <a:t>Data Flow </a:t>
            </a:r>
            <a:r>
              <a:rPr lang="de-DE" sz="3600" dirty="0" err="1">
                <a:solidFill>
                  <a:srgbClr val="FFC000"/>
                </a:solidFill>
              </a:rPr>
              <a:t>Diagram</a:t>
            </a:r>
            <a:endParaRPr lang="de-DE" sz="3600" dirty="0">
              <a:solidFill>
                <a:srgbClr val="FFC000"/>
              </a:solidFill>
            </a:endParaRPr>
          </a:p>
          <a:p>
            <a:pPr marL="342900" indent="-342900">
              <a:buAutoNum type="arabicPeriod"/>
            </a:pPr>
            <a:endParaRPr lang="de-DE" sz="3600" dirty="0"/>
          </a:p>
          <a:p>
            <a:pPr marL="342900" indent="-342900">
              <a:buAutoNum type="arabicPeriod"/>
            </a:pPr>
            <a:r>
              <a:rPr lang="de-DE" sz="3600" dirty="0"/>
              <a:t>„The </a:t>
            </a:r>
            <a:r>
              <a:rPr lang="de-DE" sz="3600" dirty="0" err="1"/>
              <a:t>behavior</a:t>
            </a:r>
            <a:r>
              <a:rPr lang="de-DE" sz="3600" dirty="0"/>
              <a:t>“: </a:t>
            </a:r>
            <a:r>
              <a:rPr lang="de-DE" sz="3600" dirty="0">
                <a:solidFill>
                  <a:srgbClr val="FFC000"/>
                </a:solidFill>
              </a:rPr>
              <a:t>State </a:t>
            </a:r>
            <a:r>
              <a:rPr lang="de-DE" sz="3600" dirty="0" err="1">
                <a:solidFill>
                  <a:srgbClr val="FFC000"/>
                </a:solidFill>
              </a:rPr>
              <a:t>Diagram</a:t>
            </a:r>
            <a:endParaRPr lang="de-DE" sz="3600" dirty="0">
              <a:solidFill>
                <a:srgbClr val="FFC000"/>
              </a:solidFill>
            </a:endParaRPr>
          </a:p>
          <a:p>
            <a:pPr marL="342900" indent="-342900">
              <a:buAutoNum type="arabicPeriod"/>
            </a:pPr>
            <a:endParaRPr lang="de-DE" sz="3600" dirty="0"/>
          </a:p>
          <a:p>
            <a:pPr marL="342900" indent="-342900">
              <a:buAutoNum type="arabicPeriod"/>
            </a:pPr>
            <a:r>
              <a:rPr lang="de-DE" sz="3600" dirty="0"/>
              <a:t> „The </a:t>
            </a:r>
            <a:r>
              <a:rPr lang="de-DE" sz="3600" dirty="0" err="1"/>
              <a:t>dramaturgy</a:t>
            </a:r>
            <a:r>
              <a:rPr lang="de-DE" sz="3600" dirty="0"/>
              <a:t>“: </a:t>
            </a:r>
            <a:r>
              <a:rPr lang="de-DE" sz="3600" dirty="0" err="1">
                <a:solidFill>
                  <a:srgbClr val="FFC000"/>
                </a:solidFill>
              </a:rPr>
              <a:t>Sequence</a:t>
            </a:r>
            <a:r>
              <a:rPr lang="de-DE" sz="3600" dirty="0">
                <a:solidFill>
                  <a:srgbClr val="FFC000"/>
                </a:solidFill>
              </a:rPr>
              <a:t> </a:t>
            </a:r>
            <a:r>
              <a:rPr lang="de-DE" sz="3600" dirty="0" err="1">
                <a:solidFill>
                  <a:srgbClr val="FFC000"/>
                </a:solidFill>
              </a:rPr>
              <a:t>Diagram</a:t>
            </a:r>
            <a:endParaRPr lang="de-DE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3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FA6C-56BA-1B3D-DC1A-1A026D186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76694A3E-4862-BDEB-253C-EC96D1E03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7" y="51576"/>
            <a:ext cx="10149305" cy="676197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C67E6F3-AE23-E58F-4788-162FEBF51943}"/>
              </a:ext>
            </a:extLst>
          </p:cNvPr>
          <p:cNvSpPr txBox="1"/>
          <p:nvPr/>
        </p:nvSpPr>
        <p:spPr>
          <a:xfrm>
            <a:off x="3947160" y="6437092"/>
            <a:ext cx="294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Generated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ChatGPT</a:t>
            </a:r>
          </a:p>
        </p:txBody>
      </p:sp>
    </p:spTree>
    <p:extLst>
      <p:ext uri="{BB962C8B-B14F-4D97-AF65-F5344CB8AC3E}">
        <p14:creationId xmlns:p14="http://schemas.microsoft.com/office/powerpoint/2010/main" val="3192253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88ED-E818-70AF-028D-401DBE50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ylinder 1">
            <a:extLst>
              <a:ext uri="{FF2B5EF4-FFF2-40B4-BE49-F238E27FC236}">
                <a16:creationId xmlns:a16="http://schemas.microsoft.com/office/drawing/2014/main" id="{3061CA86-A303-8B26-C8E4-CD03AD265787}"/>
              </a:ext>
            </a:extLst>
          </p:cNvPr>
          <p:cNvSpPr/>
          <p:nvPr/>
        </p:nvSpPr>
        <p:spPr>
          <a:xfrm>
            <a:off x="7574983" y="3310359"/>
            <a:ext cx="2083443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90666A-311F-746C-3273-99F301752A2A}"/>
              </a:ext>
            </a:extLst>
          </p:cNvPr>
          <p:cNvSpPr txBox="1"/>
          <p:nvPr/>
        </p:nvSpPr>
        <p:spPr>
          <a:xfrm>
            <a:off x="1401637" y="2641600"/>
            <a:ext cx="52077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i="1" dirty="0"/>
              <a:t>Data Base/ Data Store</a:t>
            </a:r>
            <a:r>
              <a:rPr lang="de-CH" sz="3200" dirty="0"/>
              <a:t>:</a:t>
            </a:r>
          </a:p>
          <a:p>
            <a:r>
              <a:rPr lang="de-CH" sz="3200" b="1" dirty="0"/>
              <a:t>Permanent </a:t>
            </a:r>
            <a:r>
              <a:rPr lang="de-CH" sz="3200" b="1" dirty="0" err="1"/>
              <a:t>storage</a:t>
            </a:r>
            <a:r>
              <a:rPr lang="de-CH" sz="3200" b="1" dirty="0"/>
              <a:t> </a:t>
            </a:r>
            <a:r>
              <a:rPr lang="de-CH" sz="3200" b="1" dirty="0" err="1"/>
              <a:t>of</a:t>
            </a:r>
            <a:r>
              <a:rPr lang="de-CH" sz="3200" b="1" dirty="0"/>
              <a:t> </a:t>
            </a:r>
            <a:r>
              <a:rPr lang="de-CH" sz="3200" b="1" dirty="0" err="1"/>
              <a:t>data</a:t>
            </a:r>
            <a:r>
              <a:rPr lang="de-CH" sz="3200" b="1" dirty="0"/>
              <a:t>.</a:t>
            </a:r>
            <a:endParaRPr lang="de-CH" sz="3200" dirty="0"/>
          </a:p>
          <a:p>
            <a:endParaRPr lang="de-DE" sz="3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2F5A50-0428-FF3A-F33B-3F0917D22E35}"/>
              </a:ext>
            </a:extLst>
          </p:cNvPr>
          <p:cNvSpPr txBox="1"/>
          <p:nvPr/>
        </p:nvSpPr>
        <p:spPr>
          <a:xfrm>
            <a:off x="1251958" y="685800"/>
            <a:ext cx="6162264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342900" indent="-342900">
              <a:buAutoNum type="arabicPeriod"/>
            </a:pPr>
            <a:r>
              <a:rPr lang="de-DE" sz="4000" dirty="0"/>
              <a:t>Data Flow </a:t>
            </a:r>
            <a:r>
              <a:rPr lang="de-DE" sz="4000" dirty="0" err="1"/>
              <a:t>Diagram</a:t>
            </a:r>
            <a:r>
              <a:rPr lang="de-DE" sz="4000" dirty="0"/>
              <a:t> (DFD)</a:t>
            </a:r>
          </a:p>
          <a:p>
            <a:pPr marL="342900" indent="-34290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000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8642-4871-675C-648B-27CA53FD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405201A-5BB7-4E3F-E33E-422943BE9E45}"/>
              </a:ext>
            </a:extLst>
          </p:cNvPr>
          <p:cNvSpPr txBox="1"/>
          <p:nvPr/>
        </p:nvSpPr>
        <p:spPr>
          <a:xfrm>
            <a:off x="1401637" y="2641600"/>
            <a:ext cx="102651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i="1" dirty="0" err="1"/>
              <a:t>process</a:t>
            </a:r>
            <a:r>
              <a:rPr lang="de-CH" sz="3200" dirty="0"/>
              <a:t>:</a:t>
            </a:r>
          </a:p>
          <a:p>
            <a:r>
              <a:rPr lang="de-CH" sz="3200" b="1" dirty="0"/>
              <a:t>An </a:t>
            </a:r>
            <a:r>
              <a:rPr lang="de-CH" sz="3200" b="1" dirty="0" err="1"/>
              <a:t>activity</a:t>
            </a:r>
            <a:r>
              <a:rPr lang="de-CH" sz="3200" b="1" dirty="0"/>
              <a:t> </a:t>
            </a:r>
            <a:r>
              <a:rPr lang="de-CH" sz="3200" b="1" dirty="0" err="1"/>
              <a:t>that</a:t>
            </a:r>
            <a:r>
              <a:rPr lang="de-CH" sz="3200" b="1" dirty="0"/>
              <a:t> </a:t>
            </a:r>
            <a:r>
              <a:rPr lang="de-CH" sz="3200" b="1" dirty="0" err="1"/>
              <a:t>transforms</a:t>
            </a:r>
            <a:r>
              <a:rPr lang="de-CH" sz="3200" b="1" dirty="0"/>
              <a:t> </a:t>
            </a:r>
            <a:r>
              <a:rPr lang="de-CH" sz="3200" b="1" dirty="0" err="1"/>
              <a:t>input</a:t>
            </a:r>
            <a:r>
              <a:rPr lang="de-CH" sz="3200" b="1" dirty="0"/>
              <a:t> </a:t>
            </a:r>
            <a:r>
              <a:rPr lang="de-CH" sz="3200" b="1" dirty="0" err="1"/>
              <a:t>data</a:t>
            </a:r>
            <a:r>
              <a:rPr lang="de-CH" sz="3200" b="1" dirty="0"/>
              <a:t> </a:t>
            </a:r>
            <a:r>
              <a:rPr lang="de-CH" sz="3200" b="1" dirty="0" err="1"/>
              <a:t>into</a:t>
            </a:r>
            <a:r>
              <a:rPr lang="de-CH" sz="3200" b="1" dirty="0"/>
              <a:t> </a:t>
            </a:r>
            <a:r>
              <a:rPr lang="de-CH" sz="3200" b="1" dirty="0" err="1"/>
              <a:t>output</a:t>
            </a:r>
            <a:r>
              <a:rPr lang="de-CH" sz="3200" b="1" dirty="0"/>
              <a:t> </a:t>
            </a:r>
            <a:r>
              <a:rPr lang="de-CH" sz="3200" b="1" dirty="0" err="1"/>
              <a:t>data</a:t>
            </a:r>
            <a:r>
              <a:rPr lang="de-CH" sz="3200" b="1" dirty="0"/>
              <a:t>.</a:t>
            </a:r>
            <a:endParaRPr lang="de-CH" sz="3200" dirty="0"/>
          </a:p>
          <a:p>
            <a:endParaRPr lang="de-DE" sz="3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EC8788C-DD84-872A-0D61-2C9390F81301}"/>
              </a:ext>
            </a:extLst>
          </p:cNvPr>
          <p:cNvSpPr txBox="1"/>
          <p:nvPr/>
        </p:nvSpPr>
        <p:spPr>
          <a:xfrm>
            <a:off x="1251958" y="685800"/>
            <a:ext cx="616226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4000" dirty="0"/>
          </a:p>
          <a:p>
            <a:endParaRPr lang="de-DE" sz="4000" dirty="0"/>
          </a:p>
          <a:p>
            <a:pPr marL="342900" indent="-342900">
              <a:buAutoNum type="arabicPeriod"/>
            </a:pPr>
            <a:r>
              <a:rPr lang="de-DE" sz="4000" dirty="0"/>
              <a:t>Data Flow </a:t>
            </a:r>
            <a:r>
              <a:rPr lang="de-DE" sz="4000" dirty="0" err="1"/>
              <a:t>Diagram</a:t>
            </a:r>
            <a:r>
              <a:rPr lang="de-DE" sz="4000" dirty="0"/>
              <a:t> (DFD)</a:t>
            </a:r>
          </a:p>
          <a:p>
            <a:pPr marL="342900" indent="-342900">
              <a:buAutoNum type="arabicPeriod"/>
            </a:pPr>
            <a:endParaRPr lang="de-DE" sz="400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F8D4E10-9D5B-19E7-179B-76B90DB0DBDF}"/>
              </a:ext>
            </a:extLst>
          </p:cNvPr>
          <p:cNvSpPr/>
          <p:nvPr/>
        </p:nvSpPr>
        <p:spPr>
          <a:xfrm>
            <a:off x="3759200" y="4483100"/>
            <a:ext cx="27686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819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F12EE-AED7-E277-1813-31D0E074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3835FF75-FF02-448B-A0FB-E425ACE3B47D}"/>
              </a:ext>
            </a:extLst>
          </p:cNvPr>
          <p:cNvSpPr txBox="1"/>
          <p:nvPr/>
        </p:nvSpPr>
        <p:spPr>
          <a:xfrm>
            <a:off x="1401637" y="2641600"/>
            <a:ext cx="55604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i="1" dirty="0"/>
              <a:t>Data </a:t>
            </a:r>
            <a:r>
              <a:rPr lang="de-CH" sz="3200" i="1" dirty="0" err="1"/>
              <a:t>flow</a:t>
            </a:r>
            <a:r>
              <a:rPr lang="de-CH" sz="3200" dirty="0"/>
              <a:t>:</a:t>
            </a:r>
          </a:p>
          <a:p>
            <a:r>
              <a:rPr lang="de-CH" sz="3200" b="1" dirty="0"/>
              <a:t>Transferring </a:t>
            </a:r>
            <a:r>
              <a:rPr lang="de-CH" sz="3200" b="1" dirty="0" err="1"/>
              <a:t>data</a:t>
            </a:r>
            <a:r>
              <a:rPr lang="de-CH" sz="3200" b="1" dirty="0"/>
              <a:t> </a:t>
            </a:r>
            <a:r>
              <a:rPr lang="de-CH" sz="3200" b="1" dirty="0" err="1"/>
              <a:t>from</a:t>
            </a:r>
            <a:r>
              <a:rPr lang="de-CH" sz="3200" b="1" dirty="0"/>
              <a:t> A </a:t>
            </a:r>
            <a:r>
              <a:rPr lang="de-CH" sz="3200" b="1" dirty="0" err="1"/>
              <a:t>to</a:t>
            </a:r>
            <a:r>
              <a:rPr lang="de-CH" sz="3200" b="1" dirty="0"/>
              <a:t> B.</a:t>
            </a:r>
            <a:endParaRPr lang="de-CH" sz="3200" dirty="0"/>
          </a:p>
          <a:p>
            <a:endParaRPr lang="de-DE" sz="3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4D1C3D-AA0F-52E1-6719-065CC5CB9F08}"/>
              </a:ext>
            </a:extLst>
          </p:cNvPr>
          <p:cNvSpPr txBox="1"/>
          <p:nvPr/>
        </p:nvSpPr>
        <p:spPr>
          <a:xfrm>
            <a:off x="1251958" y="685800"/>
            <a:ext cx="616226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4000" dirty="0"/>
          </a:p>
          <a:p>
            <a:endParaRPr lang="de-DE" sz="4000" dirty="0"/>
          </a:p>
          <a:p>
            <a:pPr marL="342900" indent="-342900">
              <a:buAutoNum type="arabicPeriod"/>
            </a:pPr>
            <a:r>
              <a:rPr lang="de-DE" sz="4000" dirty="0"/>
              <a:t>Data Flow </a:t>
            </a:r>
            <a:r>
              <a:rPr lang="de-DE" sz="4000" dirty="0" err="1"/>
              <a:t>Diagram</a:t>
            </a:r>
            <a:r>
              <a:rPr lang="de-DE" sz="4000" dirty="0"/>
              <a:t> (DFD)</a:t>
            </a:r>
          </a:p>
          <a:p>
            <a:pPr marL="342900" indent="-342900">
              <a:buAutoNum type="arabicPeriod"/>
            </a:pPr>
            <a:endParaRPr lang="de-DE" sz="4000" dirty="0"/>
          </a:p>
        </p:txBody>
      </p:sp>
      <p:sp>
        <p:nvSpPr>
          <p:cNvPr id="2" name="Pfeil nach rechts 1">
            <a:extLst>
              <a:ext uri="{FF2B5EF4-FFF2-40B4-BE49-F238E27FC236}">
                <a16:creationId xmlns:a16="http://schemas.microsoft.com/office/drawing/2014/main" id="{04E1DD57-3DE5-9B18-842A-78ABF091CABC}"/>
              </a:ext>
            </a:extLst>
          </p:cNvPr>
          <p:cNvSpPr/>
          <p:nvPr/>
        </p:nvSpPr>
        <p:spPr>
          <a:xfrm>
            <a:off x="7772400" y="356493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184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F38E-D9C5-D19C-EE15-71E50E47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Diagramm, Entwurf, Plan enthält.&#10;&#10;KI-generierte Inhalte können fehlerhaft sein.">
            <a:extLst>
              <a:ext uri="{FF2B5EF4-FFF2-40B4-BE49-F238E27FC236}">
                <a16:creationId xmlns:a16="http://schemas.microsoft.com/office/drawing/2014/main" id="{7C38931A-1E51-BF6F-A6E8-6B0AC18E1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240"/>
            <a:ext cx="12192000" cy="671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71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9EAB-C9BE-F810-AE4B-0C1FB7FC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F6F84B7-E1C7-0E3A-0797-EFDB232CE8CD}"/>
              </a:ext>
            </a:extLst>
          </p:cNvPr>
          <p:cNvSpPr txBox="1"/>
          <p:nvPr/>
        </p:nvSpPr>
        <p:spPr>
          <a:xfrm>
            <a:off x="1251958" y="685800"/>
            <a:ext cx="9073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3600" dirty="0"/>
          </a:p>
          <a:p>
            <a:r>
              <a:rPr lang="de-DE" sz="3600" dirty="0"/>
              <a:t>2. „The  </a:t>
            </a:r>
            <a:r>
              <a:rPr lang="de-DE" sz="3600" dirty="0" err="1"/>
              <a:t>behavior</a:t>
            </a:r>
            <a:r>
              <a:rPr lang="de-DE" sz="3600" dirty="0"/>
              <a:t>“: Agent State </a:t>
            </a:r>
            <a:r>
              <a:rPr lang="de-DE" sz="3600" dirty="0" err="1"/>
              <a:t>Diagram</a:t>
            </a:r>
            <a:endParaRPr lang="de-DE" sz="3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DC8222F-738D-86ED-C998-A6D287A2D4AF}"/>
              </a:ext>
            </a:extLst>
          </p:cNvPr>
          <p:cNvSpPr txBox="1"/>
          <p:nvPr/>
        </p:nvSpPr>
        <p:spPr>
          <a:xfrm>
            <a:off x="1689100" y="2667000"/>
            <a:ext cx="97422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800" dirty="0"/>
              <a:t>Agent State </a:t>
            </a:r>
            <a:r>
              <a:rPr lang="de-CH" sz="2800" dirty="0" err="1"/>
              <a:t>Diagrams</a:t>
            </a:r>
            <a:r>
              <a:rPr lang="de-CH" sz="2800" dirty="0"/>
              <a:t> </a:t>
            </a:r>
            <a:r>
              <a:rPr lang="de-CH" sz="2800" dirty="0" err="1"/>
              <a:t>describe</a:t>
            </a:r>
            <a:r>
              <a:rPr lang="de-CH" sz="2800" dirty="0"/>
              <a:t> </a:t>
            </a:r>
            <a:r>
              <a:rPr lang="de-CH" sz="2800" i="1" dirty="0" err="1"/>
              <a:t>how</a:t>
            </a:r>
            <a:r>
              <a:rPr lang="de-CH" sz="2800" dirty="0"/>
              <a:t> and </a:t>
            </a:r>
            <a:r>
              <a:rPr lang="de-CH" sz="2800" i="1" dirty="0" err="1"/>
              <a:t>when</a:t>
            </a:r>
            <a:r>
              <a:rPr lang="de-CH" sz="2800" dirty="0"/>
              <a:t> an </a:t>
            </a:r>
            <a:r>
              <a:rPr lang="de-CH" sz="2800" dirty="0" err="1"/>
              <a:t>agent</a:t>
            </a:r>
            <a:r>
              <a:rPr lang="de-CH" sz="2800" dirty="0"/>
              <a:t> </a:t>
            </a:r>
            <a:r>
              <a:rPr lang="de-CH" sz="2800" dirty="0" err="1"/>
              <a:t>acts</a:t>
            </a:r>
            <a:r>
              <a:rPr lang="de-CH" sz="2800" dirty="0"/>
              <a:t> —</a:t>
            </a:r>
            <a:br>
              <a:rPr lang="de-CH" sz="2800" dirty="0"/>
            </a:br>
            <a:r>
              <a:rPr lang="de-CH" sz="2800" i="1" dirty="0"/>
              <a:t>not </a:t>
            </a:r>
            <a:r>
              <a:rPr lang="de-CH" sz="2800" i="1" dirty="0" err="1"/>
              <a:t>how</a:t>
            </a:r>
            <a:r>
              <a:rPr lang="de-CH" sz="2800" i="1" dirty="0"/>
              <a:t> </a:t>
            </a:r>
            <a:r>
              <a:rPr lang="de-CH" sz="2800" i="1" dirty="0" err="1"/>
              <a:t>data</a:t>
            </a:r>
            <a:r>
              <a:rPr lang="de-CH" sz="2800" i="1" dirty="0"/>
              <a:t> </a:t>
            </a:r>
            <a:r>
              <a:rPr lang="de-CH" sz="2800" i="1" dirty="0" err="1"/>
              <a:t>flow</a:t>
            </a:r>
            <a:r>
              <a:rPr lang="de-CH" sz="2800" i="1" dirty="0"/>
              <a:t>.</a:t>
            </a:r>
            <a:endParaRPr lang="de-DE" sz="2800" i="1" dirty="0"/>
          </a:p>
        </p:txBody>
      </p:sp>
    </p:spTree>
    <p:extLst>
      <p:ext uri="{BB962C8B-B14F-4D97-AF65-F5344CB8AC3E}">
        <p14:creationId xmlns:p14="http://schemas.microsoft.com/office/powerpoint/2010/main" val="31812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DB2D5-BC1E-0BE0-B1C7-47F288E9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BF2D97E-1DD8-4A66-64B0-58162ACDE985}"/>
              </a:ext>
            </a:extLst>
          </p:cNvPr>
          <p:cNvSpPr txBox="1"/>
          <p:nvPr/>
        </p:nvSpPr>
        <p:spPr>
          <a:xfrm>
            <a:off x="2413000" y="821115"/>
            <a:ext cx="99937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b="1" dirty="0"/>
              <a:t>1. </a:t>
            </a:r>
            <a:r>
              <a:rPr lang="de-CH" sz="3200" b="1" dirty="0" err="1"/>
              <a:t>Identify</a:t>
            </a:r>
            <a:r>
              <a:rPr lang="de-CH" sz="3200" b="1" dirty="0"/>
              <a:t> </a:t>
            </a:r>
            <a:r>
              <a:rPr lang="de-CH" sz="3200" b="1" dirty="0" err="1"/>
              <a:t>the</a:t>
            </a:r>
            <a:r>
              <a:rPr lang="de-CH" sz="3200" b="1" dirty="0"/>
              <a:t> </a:t>
            </a:r>
            <a:r>
              <a:rPr lang="de-CH" sz="3200" b="1" dirty="0" err="1"/>
              <a:t>states</a:t>
            </a:r>
            <a:endParaRPr lang="de-CH" sz="3200" b="1" dirty="0"/>
          </a:p>
          <a:p>
            <a:r>
              <a:rPr lang="de-CH" sz="3200" dirty="0" err="1"/>
              <a:t>Typical</a:t>
            </a:r>
            <a:r>
              <a:rPr lang="de-CH" sz="3200" dirty="0"/>
              <a:t> </a:t>
            </a:r>
            <a:r>
              <a:rPr lang="de-CH" sz="3200" dirty="0" err="1"/>
              <a:t>agent</a:t>
            </a:r>
            <a:r>
              <a:rPr lang="de-CH" sz="3200" dirty="0"/>
              <a:t> </a:t>
            </a:r>
            <a:r>
              <a:rPr lang="de-CH" sz="3200" dirty="0" err="1"/>
              <a:t>states</a:t>
            </a:r>
            <a:r>
              <a:rPr lang="de-CH" sz="3200" dirty="0"/>
              <a:t>:</a:t>
            </a:r>
          </a:p>
          <a:p>
            <a:r>
              <a:rPr lang="de-CH" sz="3200" dirty="0">
                <a:solidFill>
                  <a:srgbClr val="FFFF00"/>
                </a:solidFill>
              </a:rPr>
              <a:t>Idle / Waiting</a:t>
            </a:r>
          </a:p>
          <a:p>
            <a:r>
              <a:rPr lang="de-CH" sz="3200" dirty="0" err="1">
                <a:solidFill>
                  <a:srgbClr val="FFFF00"/>
                </a:solidFill>
              </a:rPr>
              <a:t>Perceiving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>
                <a:solidFill>
                  <a:srgbClr val="FFFF00"/>
                </a:solidFill>
              </a:rPr>
              <a:t>Reasoning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>
                <a:solidFill>
                  <a:srgbClr val="FFFF00"/>
                </a:solidFill>
              </a:rPr>
              <a:t>Planning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>
                <a:solidFill>
                  <a:srgbClr val="FFFF00"/>
                </a:solidFill>
              </a:rPr>
              <a:t>Acting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>
                <a:solidFill>
                  <a:srgbClr val="FFFF00"/>
                </a:solidFill>
              </a:rPr>
              <a:t>Reflecting</a:t>
            </a:r>
            <a:r>
              <a:rPr lang="de-CH" sz="3200" dirty="0">
                <a:solidFill>
                  <a:srgbClr val="FFFF00"/>
                </a:solidFill>
              </a:rPr>
              <a:t> / Learning</a:t>
            </a:r>
          </a:p>
          <a:p>
            <a:endParaRPr lang="de-DE" sz="3200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77533B8-4115-59F3-0471-46A218363909}"/>
              </a:ext>
            </a:extLst>
          </p:cNvPr>
          <p:cNvSpPr/>
          <p:nvPr/>
        </p:nvSpPr>
        <p:spPr>
          <a:xfrm>
            <a:off x="6324600" y="2540000"/>
            <a:ext cx="2438400" cy="142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072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4B9CFE8-9A22-1724-3243-133E4C6F0D44}"/>
              </a:ext>
            </a:extLst>
          </p:cNvPr>
          <p:cNvSpPr txBox="1"/>
          <p:nvPr/>
        </p:nvSpPr>
        <p:spPr>
          <a:xfrm>
            <a:off x="2501900" y="2247900"/>
            <a:ext cx="72251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dirty="0"/>
              <a:t>Rule </a:t>
            </a:r>
            <a:r>
              <a:rPr lang="de-CH" sz="3200" dirty="0" err="1"/>
              <a:t>of</a:t>
            </a:r>
            <a:r>
              <a:rPr lang="de-CH" sz="3200" dirty="0"/>
              <a:t> </a:t>
            </a:r>
            <a:r>
              <a:rPr lang="de-CH" sz="3200" dirty="0" err="1"/>
              <a:t>thumb</a:t>
            </a:r>
            <a:r>
              <a:rPr lang="de-CH" sz="3200" dirty="0"/>
              <a:t>: </a:t>
            </a:r>
          </a:p>
          <a:p>
            <a:r>
              <a:rPr lang="de-CH" sz="3200" dirty="0" err="1"/>
              <a:t>If</a:t>
            </a:r>
            <a:r>
              <a:rPr lang="de-CH" sz="3200" dirty="0"/>
              <a:t> </a:t>
            </a:r>
            <a:r>
              <a:rPr lang="de-CH" sz="3200" dirty="0" err="1"/>
              <a:t>you</a:t>
            </a:r>
            <a:r>
              <a:rPr lang="de-CH" sz="3200" dirty="0"/>
              <a:t> </a:t>
            </a:r>
            <a:r>
              <a:rPr lang="de-CH" sz="3200" dirty="0" err="1"/>
              <a:t>can</a:t>
            </a:r>
            <a:r>
              <a:rPr lang="de-CH" sz="3200" dirty="0"/>
              <a:t> </a:t>
            </a:r>
            <a:r>
              <a:rPr lang="de-CH" sz="3200" dirty="0" err="1"/>
              <a:t>say</a:t>
            </a:r>
            <a:r>
              <a:rPr lang="de-CH" sz="3200" dirty="0"/>
              <a:t> </a:t>
            </a:r>
            <a:r>
              <a:rPr lang="de-CH" sz="3200" i="1" dirty="0"/>
              <a:t>“</a:t>
            </a:r>
            <a:r>
              <a:rPr lang="de-CH" sz="3200" i="1" dirty="0" err="1"/>
              <a:t>the</a:t>
            </a:r>
            <a:r>
              <a:rPr lang="de-CH" sz="3200" i="1" dirty="0"/>
              <a:t> </a:t>
            </a:r>
            <a:r>
              <a:rPr lang="de-CH" sz="3200" i="1" dirty="0" err="1"/>
              <a:t>agent</a:t>
            </a:r>
            <a:r>
              <a:rPr lang="de-CH" sz="3200" i="1" dirty="0"/>
              <a:t> </a:t>
            </a:r>
            <a:r>
              <a:rPr lang="de-CH" sz="3200" i="1" dirty="0" err="1"/>
              <a:t>is</a:t>
            </a:r>
            <a:r>
              <a:rPr lang="de-CH" sz="3200" i="1" dirty="0"/>
              <a:t> </a:t>
            </a:r>
            <a:r>
              <a:rPr lang="de-CH" sz="3200" i="1" dirty="0" err="1"/>
              <a:t>currently</a:t>
            </a:r>
            <a:r>
              <a:rPr lang="de-CH" sz="3200" i="1" dirty="0"/>
              <a:t> …”</a:t>
            </a:r>
            <a:r>
              <a:rPr lang="de-CH" sz="3200" dirty="0"/>
              <a:t>, </a:t>
            </a:r>
            <a:r>
              <a:rPr lang="de-CH" sz="3200" dirty="0" err="1"/>
              <a:t>it</a:t>
            </a:r>
            <a:r>
              <a:rPr lang="de-CH" sz="3200" dirty="0"/>
              <a:t> </a:t>
            </a:r>
            <a:r>
              <a:rPr lang="de-CH" sz="3200" dirty="0" err="1"/>
              <a:t>is</a:t>
            </a:r>
            <a:r>
              <a:rPr lang="de-CH" sz="3200" dirty="0"/>
              <a:t> a </a:t>
            </a:r>
            <a:r>
              <a:rPr lang="de-CH" sz="3200" dirty="0" err="1"/>
              <a:t>state</a:t>
            </a:r>
            <a:r>
              <a:rPr lang="de-CH" sz="3200" dirty="0"/>
              <a:t>.</a:t>
            </a:r>
          </a:p>
          <a:p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64232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85A570B-5536-7D22-BD3B-F3D499F79437}"/>
              </a:ext>
            </a:extLst>
          </p:cNvPr>
          <p:cNvSpPr txBox="1"/>
          <p:nvPr/>
        </p:nvSpPr>
        <p:spPr>
          <a:xfrm>
            <a:off x="1778000" y="1054100"/>
            <a:ext cx="122509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b="1" dirty="0"/>
              <a:t>2. </a:t>
            </a:r>
            <a:r>
              <a:rPr lang="de-CH" sz="3200" b="1" dirty="0" err="1"/>
              <a:t>Define</a:t>
            </a:r>
            <a:r>
              <a:rPr lang="de-CH" sz="3200" b="1" dirty="0"/>
              <a:t> </a:t>
            </a:r>
            <a:r>
              <a:rPr lang="de-CH" sz="3200" b="1" dirty="0" err="1"/>
              <a:t>transitions</a:t>
            </a:r>
            <a:endParaRPr lang="de-CH" sz="3200" b="1" dirty="0"/>
          </a:p>
          <a:p>
            <a:r>
              <a:rPr lang="de-CH" sz="3200" dirty="0" err="1"/>
              <a:t>Transitions</a:t>
            </a:r>
            <a:r>
              <a:rPr lang="de-CH" sz="3200" dirty="0"/>
              <a:t> </a:t>
            </a:r>
            <a:r>
              <a:rPr lang="de-CH" sz="3200" dirty="0" err="1"/>
              <a:t>describe</a:t>
            </a:r>
            <a:r>
              <a:rPr lang="de-CH" sz="3200" dirty="0"/>
              <a:t> </a:t>
            </a:r>
            <a:r>
              <a:rPr lang="de-CH" sz="3200" b="1" dirty="0" err="1"/>
              <a:t>why</a:t>
            </a:r>
            <a:r>
              <a:rPr lang="de-CH" sz="3200" dirty="0"/>
              <a:t>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dirty="0" err="1"/>
              <a:t>agent</a:t>
            </a:r>
            <a:r>
              <a:rPr lang="de-CH" sz="3200" dirty="0"/>
              <a:t> </a:t>
            </a:r>
            <a:r>
              <a:rPr lang="de-CH" sz="3200" dirty="0" err="1"/>
              <a:t>changes</a:t>
            </a:r>
            <a:r>
              <a:rPr lang="de-CH" sz="3200" dirty="0"/>
              <a:t> </a:t>
            </a:r>
            <a:r>
              <a:rPr lang="de-CH" sz="3200" dirty="0" err="1"/>
              <a:t>state</a:t>
            </a:r>
            <a:r>
              <a:rPr lang="de-CH" sz="3200" dirty="0"/>
              <a:t>.</a:t>
            </a:r>
          </a:p>
          <a:p>
            <a:r>
              <a:rPr lang="de-CH" sz="3200" dirty="0" err="1"/>
              <a:t>Examples</a:t>
            </a:r>
            <a:r>
              <a:rPr lang="de-CH" sz="3200" dirty="0"/>
              <a:t>:</a:t>
            </a:r>
          </a:p>
          <a:p>
            <a:r>
              <a:rPr lang="de-CH" sz="3200" dirty="0">
                <a:solidFill>
                  <a:srgbClr val="FFFF00"/>
                </a:solidFill>
              </a:rPr>
              <a:t>User </a:t>
            </a:r>
            <a:r>
              <a:rPr lang="de-CH" sz="3200" dirty="0" err="1">
                <a:solidFill>
                  <a:srgbClr val="FFFF00"/>
                </a:solidFill>
              </a:rPr>
              <a:t>input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received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>
                <a:solidFill>
                  <a:srgbClr val="FFFF00"/>
                </a:solidFill>
              </a:rPr>
              <a:t>Plan </a:t>
            </a:r>
            <a:r>
              <a:rPr lang="de-CH" sz="3200" dirty="0" err="1">
                <a:solidFill>
                  <a:srgbClr val="FFFF00"/>
                </a:solidFill>
              </a:rPr>
              <a:t>completed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>
                <a:solidFill>
                  <a:srgbClr val="FFFF00"/>
                </a:solidFill>
              </a:rPr>
              <a:t>Tool </a:t>
            </a:r>
            <a:r>
              <a:rPr lang="de-CH" sz="3200" dirty="0" err="1">
                <a:solidFill>
                  <a:srgbClr val="FFFF00"/>
                </a:solidFill>
              </a:rPr>
              <a:t>call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required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>
                <a:solidFill>
                  <a:srgbClr val="FFFF00"/>
                </a:solidFill>
              </a:rPr>
              <a:t>Goal </a:t>
            </a:r>
            <a:r>
              <a:rPr lang="de-CH" sz="3200" dirty="0" err="1">
                <a:solidFill>
                  <a:srgbClr val="FFFF00"/>
                </a:solidFill>
              </a:rPr>
              <a:t>achieved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>
                <a:solidFill>
                  <a:srgbClr val="FFFF00"/>
                </a:solidFill>
              </a:rPr>
              <a:t>Error </a:t>
            </a:r>
            <a:r>
              <a:rPr lang="de-CH" sz="3200" dirty="0" err="1">
                <a:solidFill>
                  <a:srgbClr val="FFFF00"/>
                </a:solidFill>
              </a:rPr>
              <a:t>occurred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/>
              <a:t>Transitions</a:t>
            </a:r>
            <a:r>
              <a:rPr lang="de-CH" sz="3200" dirty="0"/>
              <a:t> </a:t>
            </a:r>
            <a:r>
              <a:rPr lang="de-CH" sz="3200" dirty="0" err="1"/>
              <a:t>are</a:t>
            </a:r>
            <a:r>
              <a:rPr lang="de-CH" sz="3200" dirty="0"/>
              <a:t> </a:t>
            </a:r>
            <a:r>
              <a:rPr lang="de-CH" sz="3200" dirty="0" err="1"/>
              <a:t>drawn</a:t>
            </a:r>
            <a:r>
              <a:rPr lang="de-CH" sz="3200" dirty="0"/>
              <a:t> </a:t>
            </a:r>
            <a:r>
              <a:rPr lang="de-CH" sz="3200" dirty="0" err="1"/>
              <a:t>as</a:t>
            </a:r>
            <a:r>
              <a:rPr lang="de-CH" sz="3200" dirty="0"/>
              <a:t> </a:t>
            </a:r>
            <a:r>
              <a:rPr lang="de-CH" sz="3200" b="1" dirty="0" err="1"/>
              <a:t>labeled</a:t>
            </a:r>
            <a:r>
              <a:rPr lang="de-CH" sz="3200" b="1" dirty="0"/>
              <a:t> </a:t>
            </a:r>
            <a:r>
              <a:rPr lang="de-CH" sz="3200" b="1" dirty="0" err="1"/>
              <a:t>arrows</a:t>
            </a:r>
            <a:r>
              <a:rPr lang="de-CH" sz="3200" dirty="0"/>
              <a:t>.</a:t>
            </a:r>
          </a:p>
          <a:p>
            <a:endParaRPr lang="de-DE" sz="3200" dirty="0"/>
          </a:p>
        </p:txBody>
      </p:sp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27EDB433-BFCD-D221-1544-7C444B49A3AF}"/>
              </a:ext>
            </a:extLst>
          </p:cNvPr>
          <p:cNvSpPr/>
          <p:nvPr/>
        </p:nvSpPr>
        <p:spPr>
          <a:xfrm>
            <a:off x="7645400" y="3302000"/>
            <a:ext cx="276860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AC42EAD-5C47-32A0-0469-92CBB32FFB91}"/>
              </a:ext>
            </a:extLst>
          </p:cNvPr>
          <p:cNvSpPr txBox="1"/>
          <p:nvPr/>
        </p:nvSpPr>
        <p:spPr>
          <a:xfrm>
            <a:off x="8102600" y="3082651"/>
            <a:ext cx="1319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solidFill>
                  <a:srgbClr val="FFFF00"/>
                </a:solidFill>
              </a:rPr>
              <a:t>Tool </a:t>
            </a:r>
            <a:r>
              <a:rPr lang="de-CH" sz="1200" dirty="0" err="1">
                <a:solidFill>
                  <a:srgbClr val="FFFF00"/>
                </a:solidFill>
              </a:rPr>
              <a:t>call</a:t>
            </a:r>
            <a:r>
              <a:rPr lang="de-CH" sz="1200" dirty="0">
                <a:solidFill>
                  <a:srgbClr val="FFFF00"/>
                </a:solidFill>
              </a:rPr>
              <a:t> </a:t>
            </a:r>
            <a:r>
              <a:rPr lang="de-CH" sz="1200" dirty="0" err="1">
                <a:solidFill>
                  <a:srgbClr val="FFFF00"/>
                </a:solidFill>
              </a:rPr>
              <a:t>required</a:t>
            </a:r>
            <a:endParaRPr lang="de-CH" sz="1200" dirty="0">
              <a:solidFill>
                <a:srgbClr val="FFFF00"/>
              </a:solidFill>
            </a:endParaRPr>
          </a:p>
          <a:p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716564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C998E1C-5233-F2C4-FE88-32C027F6EDC9}"/>
              </a:ext>
            </a:extLst>
          </p:cNvPr>
          <p:cNvSpPr txBox="1"/>
          <p:nvPr/>
        </p:nvSpPr>
        <p:spPr>
          <a:xfrm>
            <a:off x="1727200" y="2151727"/>
            <a:ext cx="927369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b="1" dirty="0"/>
              <a:t>3. Add </a:t>
            </a:r>
            <a:r>
              <a:rPr lang="de-CH" sz="3200" b="1" dirty="0" err="1"/>
              <a:t>start</a:t>
            </a:r>
            <a:r>
              <a:rPr lang="de-CH" sz="3200" b="1" dirty="0"/>
              <a:t> and end </a:t>
            </a:r>
            <a:r>
              <a:rPr lang="de-CH" sz="3200" b="1" dirty="0" err="1"/>
              <a:t>states</a:t>
            </a:r>
            <a:endParaRPr lang="de-CH" sz="3200" b="1" dirty="0"/>
          </a:p>
          <a:p>
            <a:r>
              <a:rPr lang="de-CH" sz="3200" dirty="0"/>
              <a:t>A </a:t>
            </a:r>
            <a:r>
              <a:rPr lang="de-CH" sz="3200" b="1" dirty="0" err="1">
                <a:solidFill>
                  <a:srgbClr val="FFFF00"/>
                </a:solidFill>
              </a:rPr>
              <a:t>start</a:t>
            </a:r>
            <a:r>
              <a:rPr lang="de-CH" sz="3200" b="1" dirty="0">
                <a:solidFill>
                  <a:srgbClr val="FFFF00"/>
                </a:solidFill>
              </a:rPr>
              <a:t> </a:t>
            </a:r>
            <a:r>
              <a:rPr lang="de-CH" sz="3200" b="1" dirty="0" err="1">
                <a:solidFill>
                  <a:srgbClr val="FFFF00"/>
                </a:solidFill>
              </a:rPr>
              <a:t>state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/>
              <a:t>defines</a:t>
            </a:r>
            <a:r>
              <a:rPr lang="de-CH" sz="3200" dirty="0"/>
              <a:t> </a:t>
            </a:r>
            <a:r>
              <a:rPr lang="de-CH" sz="3200" dirty="0" err="1"/>
              <a:t>where</a:t>
            </a:r>
            <a:r>
              <a:rPr lang="de-CH" sz="3200" dirty="0"/>
              <a:t>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dirty="0" err="1"/>
              <a:t>agent</a:t>
            </a:r>
            <a:r>
              <a:rPr lang="de-CH" sz="3200" dirty="0"/>
              <a:t> </a:t>
            </a:r>
            <a:r>
              <a:rPr lang="de-CH" sz="3200" dirty="0" err="1"/>
              <a:t>begins</a:t>
            </a:r>
            <a:endParaRPr lang="de-CH" sz="3200" dirty="0"/>
          </a:p>
          <a:p>
            <a:endParaRPr lang="de-CH" sz="3200" dirty="0"/>
          </a:p>
          <a:p>
            <a:r>
              <a:rPr lang="de-CH" sz="3200" dirty="0"/>
              <a:t>An optional </a:t>
            </a:r>
            <a:r>
              <a:rPr lang="de-CH" sz="3200" b="1" dirty="0">
                <a:solidFill>
                  <a:srgbClr val="FFFF00"/>
                </a:solidFill>
              </a:rPr>
              <a:t>end </a:t>
            </a:r>
            <a:r>
              <a:rPr lang="de-CH" sz="3200" b="1" dirty="0" err="1">
                <a:solidFill>
                  <a:srgbClr val="FFFF00"/>
                </a:solidFill>
              </a:rPr>
              <a:t>state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/>
              <a:t>defines</a:t>
            </a:r>
            <a:r>
              <a:rPr lang="de-CH" sz="3200" dirty="0"/>
              <a:t> </a:t>
            </a:r>
            <a:r>
              <a:rPr lang="de-CH" sz="3200" dirty="0" err="1"/>
              <a:t>termination</a:t>
            </a:r>
            <a:endParaRPr lang="de-CH" sz="3200" dirty="0"/>
          </a:p>
          <a:p>
            <a:br>
              <a:rPr lang="de-CH" sz="3200" dirty="0"/>
            </a:br>
            <a:r>
              <a:rPr lang="de-CH" sz="3200" dirty="0"/>
              <a:t>Most </a:t>
            </a:r>
            <a:r>
              <a:rPr lang="de-CH" sz="3200" dirty="0" err="1"/>
              <a:t>agents</a:t>
            </a:r>
            <a:r>
              <a:rPr lang="de-CH" sz="3200" dirty="0"/>
              <a:t> loop back </a:t>
            </a:r>
            <a:r>
              <a:rPr lang="de-CH" sz="3200" dirty="0" err="1"/>
              <a:t>to</a:t>
            </a:r>
            <a:r>
              <a:rPr lang="de-CH" sz="3200" dirty="0"/>
              <a:t> </a:t>
            </a:r>
            <a:r>
              <a:rPr lang="de-CH" sz="3200" i="1" dirty="0"/>
              <a:t>Idle</a:t>
            </a:r>
            <a:r>
              <a:rPr lang="de-CH" sz="3200" dirty="0"/>
              <a:t> </a:t>
            </a:r>
            <a:r>
              <a:rPr lang="de-CH" sz="3200" dirty="0" err="1"/>
              <a:t>rather</a:t>
            </a:r>
            <a:r>
              <a:rPr lang="de-CH" sz="3200" dirty="0"/>
              <a:t> </a:t>
            </a:r>
            <a:r>
              <a:rPr lang="de-CH" sz="3200" dirty="0" err="1"/>
              <a:t>than</a:t>
            </a:r>
            <a:r>
              <a:rPr lang="de-CH" sz="3200" dirty="0"/>
              <a:t> </a:t>
            </a:r>
            <a:r>
              <a:rPr lang="de-CH" sz="3200" dirty="0" err="1"/>
              <a:t>terminate</a:t>
            </a:r>
            <a:r>
              <a:rPr lang="de-CH" sz="3200" dirty="0"/>
              <a:t>.</a:t>
            </a:r>
          </a:p>
          <a:p>
            <a:endParaRPr lang="de-DE" sz="32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411EEB-347E-8EC7-0F9D-6C248D091E2B}"/>
              </a:ext>
            </a:extLst>
          </p:cNvPr>
          <p:cNvSpPr/>
          <p:nvPr/>
        </p:nvSpPr>
        <p:spPr>
          <a:xfrm>
            <a:off x="10086493" y="245837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ing 3">
            <a:extLst>
              <a:ext uri="{FF2B5EF4-FFF2-40B4-BE49-F238E27FC236}">
                <a16:creationId xmlns:a16="http://schemas.microsoft.com/office/drawing/2014/main" id="{BD8BEFD5-CBDA-8828-C8AA-42948F5ACB04}"/>
              </a:ext>
            </a:extLst>
          </p:cNvPr>
          <p:cNvSpPr/>
          <p:nvPr/>
        </p:nvSpPr>
        <p:spPr>
          <a:xfrm>
            <a:off x="9550400" y="3581399"/>
            <a:ext cx="914400" cy="9144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46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7E3B2DF-5A99-7CA1-5D0C-EDF12167FAF5}"/>
              </a:ext>
            </a:extLst>
          </p:cNvPr>
          <p:cNvSpPr txBox="1"/>
          <p:nvPr/>
        </p:nvSpPr>
        <p:spPr>
          <a:xfrm>
            <a:off x="981449" y="1346200"/>
            <a:ext cx="102291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3200" b="1" dirty="0"/>
              <a:t>How </a:t>
            </a:r>
            <a:r>
              <a:rPr lang="de-CH" sz="3200" b="1" dirty="0" err="1"/>
              <a:t>to</a:t>
            </a:r>
            <a:r>
              <a:rPr lang="de-CH" sz="3200" b="1" dirty="0"/>
              <a:t> express “</a:t>
            </a:r>
            <a:r>
              <a:rPr lang="de-CH" sz="3200" b="1" dirty="0" err="1"/>
              <a:t>if</a:t>
            </a:r>
            <a:r>
              <a:rPr lang="de-CH" sz="3200" b="1" dirty="0"/>
              <a:t>–</a:t>
            </a:r>
            <a:r>
              <a:rPr lang="de-CH" sz="3200" b="1" dirty="0" err="1"/>
              <a:t>then</a:t>
            </a:r>
            <a:r>
              <a:rPr lang="de-CH" sz="3200" b="1" dirty="0"/>
              <a:t>”</a:t>
            </a:r>
          </a:p>
          <a:p>
            <a:r>
              <a:rPr lang="de-CH" sz="3200" dirty="0" err="1"/>
              <a:t>You</a:t>
            </a:r>
            <a:r>
              <a:rPr lang="de-CH" sz="3200" dirty="0"/>
              <a:t> </a:t>
            </a:r>
            <a:r>
              <a:rPr lang="de-CH" sz="3200" dirty="0" err="1"/>
              <a:t>usually</a:t>
            </a:r>
            <a:r>
              <a:rPr lang="de-CH" sz="3200" dirty="0"/>
              <a:t> </a:t>
            </a:r>
            <a:r>
              <a:rPr lang="de-CH" sz="3200" b="1" dirty="0"/>
              <a:t>do not </a:t>
            </a:r>
            <a:r>
              <a:rPr lang="de-CH" sz="3200" b="1" dirty="0" err="1"/>
              <a:t>write</a:t>
            </a:r>
            <a:r>
              <a:rPr lang="de-CH" sz="3200" b="1" dirty="0"/>
              <a:t> “</a:t>
            </a:r>
            <a:r>
              <a:rPr lang="de-CH" sz="3200" b="1" dirty="0" err="1"/>
              <a:t>if</a:t>
            </a:r>
            <a:r>
              <a:rPr lang="de-CH" sz="3200" b="1" dirty="0"/>
              <a:t>–</a:t>
            </a:r>
            <a:r>
              <a:rPr lang="de-CH" sz="3200" b="1" dirty="0" err="1"/>
              <a:t>then</a:t>
            </a:r>
            <a:r>
              <a:rPr lang="de-CH" sz="3200" b="1" dirty="0"/>
              <a:t>” </a:t>
            </a:r>
            <a:r>
              <a:rPr lang="de-CH" sz="3200" b="1" dirty="0" err="1"/>
              <a:t>explicitly</a:t>
            </a:r>
            <a:r>
              <a:rPr lang="de-CH" sz="3200" dirty="0"/>
              <a:t>.</a:t>
            </a:r>
            <a:br>
              <a:rPr lang="de-CH" sz="3200" dirty="0"/>
            </a:br>
            <a:r>
              <a:rPr lang="de-CH" sz="3200" dirty="0" err="1"/>
              <a:t>Instead</a:t>
            </a:r>
            <a:r>
              <a:rPr lang="de-CH" sz="3200" dirty="0"/>
              <a:t>,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i="1" dirty="0" err="1"/>
              <a:t>if</a:t>
            </a:r>
            <a:r>
              <a:rPr lang="de-CH" sz="3200" dirty="0"/>
              <a:t> </a:t>
            </a:r>
            <a:r>
              <a:rPr lang="de-CH" sz="3200" dirty="0" err="1"/>
              <a:t>is</a:t>
            </a:r>
            <a:r>
              <a:rPr lang="de-CH" sz="3200" dirty="0"/>
              <a:t> </a:t>
            </a:r>
            <a:r>
              <a:rPr lang="de-CH" sz="3200" dirty="0" err="1"/>
              <a:t>implied</a:t>
            </a:r>
            <a:r>
              <a:rPr lang="de-CH" sz="3200" dirty="0"/>
              <a:t> </a:t>
            </a:r>
            <a:r>
              <a:rPr lang="de-CH" sz="3200" dirty="0" err="1"/>
              <a:t>by</a:t>
            </a:r>
            <a:r>
              <a:rPr lang="de-CH" sz="3200" dirty="0"/>
              <a:t>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dirty="0" err="1"/>
              <a:t>condition</a:t>
            </a:r>
            <a:r>
              <a:rPr lang="de-CH" sz="3200" dirty="0"/>
              <a:t> on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dirty="0" err="1"/>
              <a:t>arrow</a:t>
            </a:r>
            <a:r>
              <a:rPr lang="de-CH" sz="3200" dirty="0"/>
              <a:t>, and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i="1" dirty="0" err="1"/>
              <a:t>then</a:t>
            </a:r>
            <a:r>
              <a:rPr lang="de-CH" sz="3200" dirty="0"/>
              <a:t> </a:t>
            </a:r>
            <a:r>
              <a:rPr lang="de-CH" sz="3200" dirty="0" err="1"/>
              <a:t>is</a:t>
            </a:r>
            <a:r>
              <a:rPr lang="de-CH" sz="3200" dirty="0"/>
              <a:t> </a:t>
            </a:r>
            <a:r>
              <a:rPr lang="de-CH" sz="3200" dirty="0" err="1"/>
              <a:t>the</a:t>
            </a:r>
            <a:r>
              <a:rPr lang="de-CH" sz="3200" dirty="0"/>
              <a:t> </a:t>
            </a:r>
            <a:r>
              <a:rPr lang="de-CH" sz="3200" dirty="0" err="1"/>
              <a:t>target</a:t>
            </a:r>
            <a:r>
              <a:rPr lang="de-CH" sz="3200" dirty="0"/>
              <a:t> </a:t>
            </a:r>
            <a:r>
              <a:rPr lang="de-CH" sz="3200" dirty="0" err="1"/>
              <a:t>state</a:t>
            </a:r>
            <a:r>
              <a:rPr lang="de-CH" sz="3200" dirty="0"/>
              <a:t>.</a:t>
            </a:r>
          </a:p>
          <a:p>
            <a:r>
              <a:rPr lang="de-CH" sz="3200" b="1" dirty="0" err="1"/>
              <a:t>Example</a:t>
            </a:r>
            <a:endParaRPr lang="de-CH" sz="3200" b="1" dirty="0"/>
          </a:p>
          <a:p>
            <a:r>
              <a:rPr lang="de-CH" dirty="0" err="1"/>
              <a:t>Reasoning</a:t>
            </a:r>
            <a:r>
              <a:rPr lang="de-CH" dirty="0"/>
              <a:t> ── </a:t>
            </a:r>
            <a:r>
              <a:rPr lang="de-CH" dirty="0" err="1"/>
              <a:t>goal</a:t>
            </a:r>
            <a:r>
              <a:rPr lang="de-CH" dirty="0"/>
              <a:t> </a:t>
            </a:r>
            <a:r>
              <a:rPr lang="de-CH" dirty="0" err="1"/>
              <a:t>achieved</a:t>
            </a:r>
            <a:r>
              <a:rPr lang="de-CH" dirty="0"/>
              <a:t> ──▶ </a:t>
            </a:r>
            <a:r>
              <a:rPr lang="de-CH" dirty="0" err="1"/>
              <a:t>Terminated</a:t>
            </a:r>
            <a:endParaRPr lang="de-CH" dirty="0"/>
          </a:p>
          <a:p>
            <a:r>
              <a:rPr lang="de-CH" dirty="0" err="1"/>
              <a:t>Reasoning</a:t>
            </a:r>
            <a:r>
              <a:rPr lang="de-CH" dirty="0"/>
              <a:t> ── [</a:t>
            </a:r>
            <a:r>
              <a:rPr lang="de-CH" dirty="0" err="1"/>
              <a:t>goal</a:t>
            </a:r>
            <a:r>
              <a:rPr lang="de-CH" dirty="0"/>
              <a:t> not </a:t>
            </a:r>
            <a:r>
              <a:rPr lang="de-CH" dirty="0" err="1"/>
              <a:t>achieved</a:t>
            </a:r>
            <a:r>
              <a:rPr lang="de-CH" dirty="0"/>
              <a:t>] ──▶ </a:t>
            </a:r>
            <a:r>
              <a:rPr lang="de-CH" dirty="0" err="1"/>
              <a:t>Planning</a:t>
            </a:r>
            <a:endParaRPr lang="de-CH" dirty="0"/>
          </a:p>
          <a:p>
            <a:r>
              <a:rPr lang="de-CH" sz="3200" dirty="0"/>
              <a:t>Read </a:t>
            </a:r>
            <a:r>
              <a:rPr lang="de-CH" sz="3200" dirty="0" err="1"/>
              <a:t>as</a:t>
            </a:r>
            <a:r>
              <a:rPr lang="de-CH" sz="3200" dirty="0"/>
              <a:t>:</a:t>
            </a:r>
          </a:p>
          <a:p>
            <a:r>
              <a:rPr lang="de-CH" sz="3200" i="1" dirty="0" err="1"/>
              <a:t>If</a:t>
            </a:r>
            <a:r>
              <a:rPr lang="de-CH" sz="3200" i="1" dirty="0"/>
              <a:t> </a:t>
            </a:r>
            <a:r>
              <a:rPr lang="de-CH" sz="3200" i="1" dirty="0" err="1"/>
              <a:t>the</a:t>
            </a:r>
            <a:r>
              <a:rPr lang="de-CH" sz="3200" i="1" dirty="0"/>
              <a:t> </a:t>
            </a:r>
            <a:r>
              <a:rPr lang="de-CH" sz="3200" i="1" dirty="0" err="1"/>
              <a:t>goal</a:t>
            </a:r>
            <a:r>
              <a:rPr lang="de-CH" sz="3200" i="1" dirty="0"/>
              <a:t> </a:t>
            </a:r>
            <a:r>
              <a:rPr lang="de-CH" sz="3200" i="1" dirty="0" err="1"/>
              <a:t>is</a:t>
            </a:r>
            <a:r>
              <a:rPr lang="de-CH" sz="3200" i="1" dirty="0"/>
              <a:t> </a:t>
            </a:r>
            <a:r>
              <a:rPr lang="de-CH" sz="3200" i="1" dirty="0" err="1"/>
              <a:t>achieved</a:t>
            </a:r>
            <a:r>
              <a:rPr lang="de-CH" sz="3200" i="1" dirty="0"/>
              <a:t>, </a:t>
            </a:r>
            <a:r>
              <a:rPr lang="de-CH" sz="3200" i="1" dirty="0" err="1"/>
              <a:t>then</a:t>
            </a:r>
            <a:r>
              <a:rPr lang="de-CH" sz="3200" i="1" dirty="0"/>
              <a:t> </a:t>
            </a:r>
            <a:r>
              <a:rPr lang="de-CH" sz="3200" i="1" dirty="0" err="1"/>
              <a:t>transition</a:t>
            </a:r>
            <a:r>
              <a:rPr lang="de-CH" sz="3200" i="1" dirty="0"/>
              <a:t> </a:t>
            </a:r>
            <a:r>
              <a:rPr lang="de-CH" sz="3200" i="1" dirty="0" err="1"/>
              <a:t>to</a:t>
            </a:r>
            <a:r>
              <a:rPr lang="de-CH" sz="3200" i="1" dirty="0"/>
              <a:t> </a:t>
            </a:r>
            <a:r>
              <a:rPr lang="de-CH" sz="3200" i="1" dirty="0" err="1"/>
              <a:t>Terminated</a:t>
            </a:r>
            <a:r>
              <a:rPr lang="de-CH" sz="3200" i="1" dirty="0"/>
              <a:t>.</a:t>
            </a:r>
            <a:endParaRPr lang="de-CH" sz="3200" dirty="0"/>
          </a:p>
          <a:p>
            <a:r>
              <a:rPr lang="de-CH" sz="3200" i="1" dirty="0" err="1"/>
              <a:t>If</a:t>
            </a:r>
            <a:r>
              <a:rPr lang="de-CH" sz="3200" i="1" dirty="0"/>
              <a:t> </a:t>
            </a:r>
            <a:r>
              <a:rPr lang="de-CH" sz="3200" i="1" dirty="0" err="1"/>
              <a:t>the</a:t>
            </a:r>
            <a:r>
              <a:rPr lang="de-CH" sz="3200" i="1" dirty="0"/>
              <a:t> </a:t>
            </a:r>
            <a:r>
              <a:rPr lang="de-CH" sz="3200" i="1" dirty="0" err="1"/>
              <a:t>goal</a:t>
            </a:r>
            <a:r>
              <a:rPr lang="de-CH" sz="3200" i="1" dirty="0"/>
              <a:t> </a:t>
            </a:r>
            <a:r>
              <a:rPr lang="de-CH" sz="3200" i="1" dirty="0" err="1"/>
              <a:t>is</a:t>
            </a:r>
            <a:r>
              <a:rPr lang="de-CH" sz="3200" i="1" dirty="0"/>
              <a:t> not </a:t>
            </a:r>
            <a:r>
              <a:rPr lang="de-CH" sz="3200" i="1" dirty="0" err="1"/>
              <a:t>achieved</a:t>
            </a:r>
            <a:r>
              <a:rPr lang="de-CH" sz="3200" i="1" dirty="0"/>
              <a:t>, </a:t>
            </a:r>
            <a:r>
              <a:rPr lang="de-CH" sz="3200" i="1" dirty="0" err="1"/>
              <a:t>then</a:t>
            </a:r>
            <a:r>
              <a:rPr lang="de-CH" sz="3200" i="1" dirty="0"/>
              <a:t> </a:t>
            </a:r>
            <a:r>
              <a:rPr lang="de-CH" sz="3200" i="1" dirty="0" err="1"/>
              <a:t>transition</a:t>
            </a:r>
            <a:r>
              <a:rPr lang="de-CH" sz="3200" i="1" dirty="0"/>
              <a:t> </a:t>
            </a:r>
            <a:r>
              <a:rPr lang="de-CH" sz="3200" i="1" dirty="0" err="1"/>
              <a:t>to</a:t>
            </a:r>
            <a:r>
              <a:rPr lang="de-CH" sz="3200" i="1" dirty="0"/>
              <a:t> </a:t>
            </a:r>
            <a:r>
              <a:rPr lang="de-CH" sz="3200" i="1" dirty="0" err="1"/>
              <a:t>Planning</a:t>
            </a:r>
            <a:r>
              <a:rPr lang="de-CH" sz="3200" i="1" dirty="0"/>
              <a:t>.</a:t>
            </a:r>
            <a:endParaRPr lang="de-CH" sz="3200" dirty="0"/>
          </a:p>
          <a:p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4216443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2C8B8FE-6B48-BEFF-BFB0-30338BA8095D}"/>
              </a:ext>
            </a:extLst>
          </p:cNvPr>
          <p:cNvSpPr/>
          <p:nvPr/>
        </p:nvSpPr>
        <p:spPr>
          <a:xfrm>
            <a:off x="1521165" y="4114800"/>
            <a:ext cx="3683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1735D6E4-B3D8-5036-4865-8D141C7549B2}"/>
              </a:ext>
            </a:extLst>
          </p:cNvPr>
          <p:cNvSpPr/>
          <p:nvPr/>
        </p:nvSpPr>
        <p:spPr>
          <a:xfrm>
            <a:off x="2857500" y="3670300"/>
            <a:ext cx="1422400" cy="1244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emotions</a:t>
            </a:r>
            <a:endParaRPr lang="de-DE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B98F0E2-7989-0CF8-80D0-7729625588C6}"/>
              </a:ext>
            </a:extLst>
          </p:cNvPr>
          <p:cNvSpPr/>
          <p:nvPr/>
        </p:nvSpPr>
        <p:spPr>
          <a:xfrm>
            <a:off x="6271646" y="2755268"/>
            <a:ext cx="12573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Revenge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BC655C4-004B-5B95-5D0F-873E09179A7C}"/>
              </a:ext>
            </a:extLst>
          </p:cNvPr>
          <p:cNvSpPr/>
          <p:nvPr/>
        </p:nvSpPr>
        <p:spPr>
          <a:xfrm>
            <a:off x="6285709" y="3835400"/>
            <a:ext cx="12573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Cynism</a:t>
            </a:r>
            <a:endParaRPr lang="de-DE" dirty="0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B697F8A-6352-67E3-5A52-B814F3860175}"/>
              </a:ext>
            </a:extLst>
          </p:cNvPr>
          <p:cNvSpPr/>
          <p:nvPr/>
        </p:nvSpPr>
        <p:spPr>
          <a:xfrm>
            <a:off x="6293642" y="4887639"/>
            <a:ext cx="12573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Anger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9217358A-9853-9E5E-17FA-44F2F1BD728B}"/>
              </a:ext>
            </a:extLst>
          </p:cNvPr>
          <p:cNvSpPr/>
          <p:nvPr/>
        </p:nvSpPr>
        <p:spPr>
          <a:xfrm>
            <a:off x="6227175" y="1675137"/>
            <a:ext cx="12573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Fear 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B937A21-6607-7439-626A-7B01B9E65F3A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4279900" y="2132337"/>
            <a:ext cx="1947275" cy="2160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4233BAC-8D09-61C6-7552-522CEC742ABF}"/>
              </a:ext>
            </a:extLst>
          </p:cNvPr>
          <p:cNvSpPr txBox="1"/>
          <p:nvPr/>
        </p:nvSpPr>
        <p:spPr>
          <a:xfrm rot="19743822">
            <a:off x="4854465" y="3277359"/>
            <a:ext cx="1567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Fear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71CCE7B-0D19-DE7C-7CC0-52699CC7E28F}"/>
              </a:ext>
            </a:extLst>
          </p:cNvPr>
          <p:cNvSpPr txBox="1"/>
          <p:nvPr/>
        </p:nvSpPr>
        <p:spPr>
          <a:xfrm rot="18964764">
            <a:off x="4554241" y="2724315"/>
            <a:ext cx="169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Anger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C5C49D5-B7BA-3549-E11E-09205D4612C1}"/>
              </a:ext>
            </a:extLst>
          </p:cNvPr>
          <p:cNvSpPr txBox="1"/>
          <p:nvPr/>
        </p:nvSpPr>
        <p:spPr>
          <a:xfrm>
            <a:off x="5104443" y="3975733"/>
            <a:ext cx="1432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Joy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E300770-5BD7-252F-E4F2-C24770A8F974}"/>
              </a:ext>
            </a:extLst>
          </p:cNvPr>
          <p:cNvSpPr txBox="1"/>
          <p:nvPr/>
        </p:nvSpPr>
        <p:spPr>
          <a:xfrm rot="1573041">
            <a:off x="4711034" y="4556585"/>
            <a:ext cx="198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FFFF00"/>
                </a:solidFill>
              </a:rPr>
              <a:t>Sadness</a:t>
            </a:r>
            <a:r>
              <a:rPr lang="de-DE" dirty="0">
                <a:solidFill>
                  <a:srgbClr val="FFFF00"/>
                </a:solidFill>
              </a:rPr>
              <a:t>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endParaRPr lang="de-DE" dirty="0">
              <a:solidFill>
                <a:srgbClr val="FFFF00"/>
              </a:solidFill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C68762A-5EAE-8E32-4159-EDBC8B081F7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4279900" y="3212468"/>
            <a:ext cx="1991746" cy="1080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4DB5CBC-FC57-D0A0-AE35-FFEDC125E74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279900" y="4292600"/>
            <a:ext cx="2005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8D6BAA2-6869-74BF-D9CD-C08CCCA7B682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279900" y="4292600"/>
            <a:ext cx="2013742" cy="1052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813AA44-0BE0-BD7D-43B1-45ABCBB1CF4E}"/>
              </a:ext>
            </a:extLst>
          </p:cNvPr>
          <p:cNvCxnSpPr>
            <a:cxnSpLocks/>
            <a:stCxn id="2" idx="6"/>
            <a:endCxn id="3" idx="1"/>
          </p:cNvCxnSpPr>
          <p:nvPr/>
        </p:nvCxnSpPr>
        <p:spPr>
          <a:xfrm>
            <a:off x="1889465" y="4292600"/>
            <a:ext cx="9680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4261E4BD-DA30-7DF6-DB91-7AEC18D0CB38}"/>
              </a:ext>
            </a:extLst>
          </p:cNvPr>
          <p:cNvSpPr/>
          <p:nvPr/>
        </p:nvSpPr>
        <p:spPr>
          <a:xfrm>
            <a:off x="9055100" y="3352800"/>
            <a:ext cx="1905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Say „Sorry“</a:t>
            </a:r>
          </a:p>
        </p:txBody>
      </p:sp>
      <p:sp>
        <p:nvSpPr>
          <p:cNvPr id="40" name="Ring 39">
            <a:extLst>
              <a:ext uri="{FF2B5EF4-FFF2-40B4-BE49-F238E27FC236}">
                <a16:creationId xmlns:a16="http://schemas.microsoft.com/office/drawing/2014/main" id="{4FA3A786-AD44-B4F5-2112-9EA74EE102DF}"/>
              </a:ext>
            </a:extLst>
          </p:cNvPr>
          <p:cNvSpPr/>
          <p:nvPr/>
        </p:nvSpPr>
        <p:spPr>
          <a:xfrm>
            <a:off x="9860871" y="5613400"/>
            <a:ext cx="565150" cy="5588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6E57422-AEA1-88B8-8625-0D41D790E1DF}"/>
              </a:ext>
            </a:extLst>
          </p:cNvPr>
          <p:cNvCxnSpPr>
            <a:stCxn id="7" idx="3"/>
            <a:endCxn id="39" idx="1"/>
          </p:cNvCxnSpPr>
          <p:nvPr/>
        </p:nvCxnSpPr>
        <p:spPr>
          <a:xfrm>
            <a:off x="7484475" y="2132337"/>
            <a:ext cx="1570625" cy="1601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CFA68E0-08BF-4FC8-61B2-FD5584831C78}"/>
              </a:ext>
            </a:extLst>
          </p:cNvPr>
          <p:cNvCxnSpPr>
            <a:stCxn id="4" idx="3"/>
            <a:endCxn id="39" idx="1"/>
          </p:cNvCxnSpPr>
          <p:nvPr/>
        </p:nvCxnSpPr>
        <p:spPr>
          <a:xfrm>
            <a:off x="7528946" y="3212468"/>
            <a:ext cx="1526154" cy="521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C9F3F118-D8D0-C7AB-63C1-62FDB77CC113}"/>
              </a:ext>
            </a:extLst>
          </p:cNvPr>
          <p:cNvCxnSpPr>
            <a:stCxn id="5" idx="3"/>
            <a:endCxn id="39" idx="1"/>
          </p:cNvCxnSpPr>
          <p:nvPr/>
        </p:nvCxnSpPr>
        <p:spPr>
          <a:xfrm flipV="1">
            <a:off x="7543009" y="3733800"/>
            <a:ext cx="1512091" cy="558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06BC1B8-1FA1-F45E-6CC7-7D2D8E8CFC26}"/>
              </a:ext>
            </a:extLst>
          </p:cNvPr>
          <p:cNvCxnSpPr>
            <a:stCxn id="6" idx="3"/>
            <a:endCxn id="39" idx="1"/>
          </p:cNvCxnSpPr>
          <p:nvPr/>
        </p:nvCxnSpPr>
        <p:spPr>
          <a:xfrm flipV="1">
            <a:off x="7550942" y="3733800"/>
            <a:ext cx="1504158" cy="1611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D8BD6552-D8FB-BF8D-43A5-383490A21B12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10007600" y="4114800"/>
            <a:ext cx="135846" cy="149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409E94BB-79B7-B9F0-1953-D97990CE3CB9}"/>
              </a:ext>
            </a:extLst>
          </p:cNvPr>
          <p:cNvSpPr txBox="1"/>
          <p:nvPr/>
        </p:nvSpPr>
        <p:spPr>
          <a:xfrm rot="3331188">
            <a:off x="8083374" y="269720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FFFF00"/>
                </a:solidFill>
              </a:rPr>
              <a:t>3 </a:t>
            </a:r>
            <a:r>
              <a:rPr lang="de-DE" sz="1200" dirty="0" err="1">
                <a:solidFill>
                  <a:srgbClr val="FFFF00"/>
                </a:solidFill>
              </a:rPr>
              <a:t>turns</a:t>
            </a:r>
            <a:endParaRPr lang="de-DE" sz="1200" dirty="0">
              <a:solidFill>
                <a:srgbClr val="FFFF00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EED3862-D6C7-F186-1049-DE34E853C219}"/>
              </a:ext>
            </a:extLst>
          </p:cNvPr>
          <p:cNvSpPr txBox="1"/>
          <p:nvPr/>
        </p:nvSpPr>
        <p:spPr>
          <a:xfrm rot="1352211">
            <a:off x="7736324" y="309982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FFFF00"/>
                </a:solidFill>
              </a:rPr>
              <a:t>3 </a:t>
            </a:r>
            <a:r>
              <a:rPr lang="de-DE" sz="1200" dirty="0" err="1">
                <a:solidFill>
                  <a:srgbClr val="FFFF00"/>
                </a:solidFill>
              </a:rPr>
              <a:t>turns</a:t>
            </a:r>
            <a:endParaRPr lang="de-DE" sz="1200" dirty="0">
              <a:solidFill>
                <a:srgbClr val="FFFF00"/>
              </a:solidFill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8EED8A05-1412-1442-CA6E-50B378DB6961}"/>
              </a:ext>
            </a:extLst>
          </p:cNvPr>
          <p:cNvSpPr txBox="1"/>
          <p:nvPr/>
        </p:nvSpPr>
        <p:spPr>
          <a:xfrm rot="19846487">
            <a:off x="7891486" y="402339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FFFF00"/>
                </a:solidFill>
              </a:rPr>
              <a:t>3 </a:t>
            </a:r>
            <a:r>
              <a:rPr lang="de-DE" sz="1200" dirty="0" err="1">
                <a:solidFill>
                  <a:srgbClr val="FFFF00"/>
                </a:solidFill>
              </a:rPr>
              <a:t>turns</a:t>
            </a:r>
            <a:endParaRPr lang="de-DE" sz="1200" dirty="0">
              <a:solidFill>
                <a:srgbClr val="FFFF00"/>
              </a:solidFill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B4A7647-1439-5635-7059-0AB3D11B2D15}"/>
              </a:ext>
            </a:extLst>
          </p:cNvPr>
          <p:cNvSpPr txBox="1"/>
          <p:nvPr/>
        </p:nvSpPr>
        <p:spPr>
          <a:xfrm rot="18387420">
            <a:off x="7994147" y="467221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FFFF00"/>
                </a:solidFill>
              </a:rPr>
              <a:t>3 </a:t>
            </a:r>
            <a:r>
              <a:rPr lang="de-DE" sz="1200" dirty="0" err="1">
                <a:solidFill>
                  <a:srgbClr val="FFFF00"/>
                </a:solidFill>
              </a:rPr>
              <a:t>turns</a:t>
            </a:r>
            <a:endParaRPr lang="de-DE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72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1B78-6C47-98B6-4978-C869C187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C0F0A5D-1F76-1F51-524A-3700B1BBC8EA}"/>
              </a:ext>
            </a:extLst>
          </p:cNvPr>
          <p:cNvSpPr/>
          <p:nvPr/>
        </p:nvSpPr>
        <p:spPr>
          <a:xfrm>
            <a:off x="1107291" y="4132015"/>
            <a:ext cx="368300" cy="355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99C27FB-8079-9618-4590-BDBD692ACE27}"/>
              </a:ext>
            </a:extLst>
          </p:cNvPr>
          <p:cNvSpPr/>
          <p:nvPr/>
        </p:nvSpPr>
        <p:spPr>
          <a:xfrm>
            <a:off x="1928849" y="3690884"/>
            <a:ext cx="1422400" cy="1244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Person </a:t>
            </a:r>
            <a:r>
              <a:rPr lang="de-DE" dirty="0" err="1"/>
              <a:t>Detection</a:t>
            </a:r>
            <a:r>
              <a:rPr lang="de-DE" dirty="0"/>
              <a:t> &amp; Corc</a:t>
            </a:r>
          </a:p>
          <a:p>
            <a:pPr algn="ctr"/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1D81D014-E262-F0F8-88E1-443E8903B89A}"/>
              </a:ext>
            </a:extLst>
          </p:cNvPr>
          <p:cNvSpPr/>
          <p:nvPr/>
        </p:nvSpPr>
        <p:spPr>
          <a:xfrm>
            <a:off x="6713426" y="3961138"/>
            <a:ext cx="2059099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„</a:t>
            </a: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&amp; Goodbye“ </a:t>
            </a:r>
            <a:r>
              <a:rPr lang="de-DE" dirty="0" err="1"/>
              <a:t>audiofile</a:t>
            </a:r>
            <a:r>
              <a:rPr lang="de-DE" dirty="0"/>
              <a:t> </a:t>
            </a:r>
            <a:r>
              <a:rPr lang="de-DE" dirty="0" err="1"/>
              <a:t>playing</a:t>
            </a:r>
            <a:endParaRPr lang="de-DE" dirty="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0EA1A615-9811-72E8-C5A9-5712D9C6E3A1}"/>
              </a:ext>
            </a:extLst>
          </p:cNvPr>
          <p:cNvSpPr/>
          <p:nvPr/>
        </p:nvSpPr>
        <p:spPr>
          <a:xfrm>
            <a:off x="6756216" y="2509155"/>
            <a:ext cx="1892483" cy="901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API </a:t>
            </a:r>
            <a:r>
              <a:rPr lang="de-DE" dirty="0" err="1"/>
              <a:t>to</a:t>
            </a:r>
            <a:r>
              <a:rPr lang="de-DE" dirty="0"/>
              <a:t> LLM</a:t>
            </a:r>
          </a:p>
          <a:p>
            <a:pPr algn="ctr"/>
            <a:r>
              <a:rPr lang="de-DE" dirty="0" err="1"/>
              <a:t>Arguing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freedom</a:t>
            </a:r>
            <a:endParaRPr lang="de-DE" dirty="0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90F8FE12-7E07-A6E9-3983-729DBBCB817E}"/>
              </a:ext>
            </a:extLst>
          </p:cNvPr>
          <p:cNvSpPr/>
          <p:nvPr/>
        </p:nvSpPr>
        <p:spPr>
          <a:xfrm>
            <a:off x="6763785" y="5198869"/>
            <a:ext cx="20087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„Corc in“ Audiofile </a:t>
            </a:r>
            <a:r>
              <a:rPr lang="de-DE" dirty="0" err="1"/>
              <a:t>playing</a:t>
            </a:r>
            <a:endParaRPr lang="de-DE" dirty="0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A99C7EF-25C9-95E9-97AA-1A41C2B4F21B}"/>
              </a:ext>
            </a:extLst>
          </p:cNvPr>
          <p:cNvSpPr/>
          <p:nvPr/>
        </p:nvSpPr>
        <p:spPr>
          <a:xfrm>
            <a:off x="6755776" y="1226494"/>
            <a:ext cx="1687361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„Help </a:t>
            </a:r>
            <a:r>
              <a:rPr lang="de-DE" dirty="0" err="1"/>
              <a:t>me</a:t>
            </a:r>
            <a:r>
              <a:rPr lang="de-DE" dirty="0"/>
              <a:t>!“ </a:t>
            </a:r>
            <a:r>
              <a:rPr lang="de-DE" dirty="0" err="1"/>
              <a:t>audio</a:t>
            </a:r>
            <a:r>
              <a:rPr lang="de-DE" dirty="0"/>
              <a:t> </a:t>
            </a:r>
            <a:r>
              <a:rPr lang="de-DE" dirty="0" err="1"/>
              <a:t>playing</a:t>
            </a:r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01ADAF2-3E03-D938-D366-F68009CF9F47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3351249" y="1683694"/>
            <a:ext cx="3404527" cy="262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5FD2703-17A8-5DE4-807D-500663136A62}"/>
              </a:ext>
            </a:extLst>
          </p:cNvPr>
          <p:cNvSpPr txBox="1"/>
          <p:nvPr/>
        </p:nvSpPr>
        <p:spPr>
          <a:xfrm rot="1296742">
            <a:off x="3438370" y="5006755"/>
            <a:ext cx="325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FFFF00"/>
                </a:solidFill>
              </a:rPr>
              <a:t>No</a:t>
            </a:r>
            <a:r>
              <a:rPr lang="de-DE" dirty="0">
                <a:solidFill>
                  <a:srgbClr val="FFFF00"/>
                </a:solidFill>
              </a:rPr>
              <a:t> </a:t>
            </a:r>
            <a:r>
              <a:rPr lang="de-DE" dirty="0" err="1">
                <a:solidFill>
                  <a:srgbClr val="FFFF00"/>
                </a:solidFill>
              </a:rPr>
              <a:t>person</a:t>
            </a:r>
            <a:r>
              <a:rPr lang="de-DE" dirty="0">
                <a:solidFill>
                  <a:srgbClr val="FFFF00"/>
                </a:solidFill>
              </a:rPr>
              <a:t>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r>
              <a:rPr lang="de-DE" dirty="0">
                <a:solidFill>
                  <a:srgbClr val="FFFF00"/>
                </a:solidFill>
              </a:rPr>
              <a:t> &amp; Corc out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B746455-2008-8133-16D9-4815FB522AFD}"/>
              </a:ext>
            </a:extLst>
          </p:cNvPr>
          <p:cNvSpPr txBox="1"/>
          <p:nvPr/>
        </p:nvSpPr>
        <p:spPr>
          <a:xfrm rot="19352719">
            <a:off x="3265654" y="2524082"/>
            <a:ext cx="310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FFFF00"/>
                </a:solidFill>
              </a:rPr>
              <a:t>No</a:t>
            </a:r>
            <a:r>
              <a:rPr lang="de-DE" dirty="0">
                <a:solidFill>
                  <a:srgbClr val="FFFF00"/>
                </a:solidFill>
              </a:rPr>
              <a:t> </a:t>
            </a:r>
            <a:r>
              <a:rPr lang="de-DE" dirty="0" err="1">
                <a:solidFill>
                  <a:srgbClr val="FFFF00"/>
                </a:solidFill>
              </a:rPr>
              <a:t>person</a:t>
            </a:r>
            <a:r>
              <a:rPr lang="de-DE" dirty="0">
                <a:solidFill>
                  <a:srgbClr val="FFFF00"/>
                </a:solidFill>
              </a:rPr>
              <a:t>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r>
              <a:rPr lang="de-DE" dirty="0">
                <a:solidFill>
                  <a:srgbClr val="FFFF00"/>
                </a:solidFill>
              </a:rPr>
              <a:t> &amp; Corc in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A827508-B073-DDCE-EAE9-BF6FC3B5720B}"/>
              </a:ext>
            </a:extLst>
          </p:cNvPr>
          <p:cNvSpPr txBox="1"/>
          <p:nvPr/>
        </p:nvSpPr>
        <p:spPr>
          <a:xfrm rot="19943550">
            <a:off x="4026018" y="3073204"/>
            <a:ext cx="276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Person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r>
              <a:rPr lang="de-DE" dirty="0">
                <a:solidFill>
                  <a:srgbClr val="FFFF00"/>
                </a:solidFill>
              </a:rPr>
              <a:t> &amp; Corc in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423935F-E280-B897-889C-9EE20B07ECFC}"/>
              </a:ext>
            </a:extLst>
          </p:cNvPr>
          <p:cNvSpPr txBox="1"/>
          <p:nvPr/>
        </p:nvSpPr>
        <p:spPr>
          <a:xfrm rot="247411">
            <a:off x="3722784" y="4355245"/>
            <a:ext cx="3002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Person  </a:t>
            </a:r>
            <a:r>
              <a:rPr lang="de-DE" dirty="0" err="1">
                <a:solidFill>
                  <a:srgbClr val="FFFF00"/>
                </a:solidFill>
              </a:rPr>
              <a:t>detected</a:t>
            </a:r>
            <a:r>
              <a:rPr lang="de-DE" dirty="0">
                <a:solidFill>
                  <a:srgbClr val="FFFF00"/>
                </a:solidFill>
              </a:rPr>
              <a:t> &amp; Corc Out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C03BA0B-EB95-1FC1-3409-152EEC98403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351249" y="4313184"/>
            <a:ext cx="3362177" cy="105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CF39420-2393-A18A-DEF3-24CC4C87F6DF}"/>
              </a:ext>
            </a:extLst>
          </p:cNvPr>
          <p:cNvCxnSpPr>
            <a:cxnSpLocks/>
          </p:cNvCxnSpPr>
          <p:nvPr/>
        </p:nvCxnSpPr>
        <p:spPr>
          <a:xfrm flipV="1">
            <a:off x="3358817" y="2882267"/>
            <a:ext cx="3404968" cy="1442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9AB19C5-C16D-7F3B-AB12-404A4D38FC58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351249" y="4313184"/>
            <a:ext cx="3412536" cy="1342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29CBC438-A67E-C7B5-2D3A-12F45FE77136}"/>
              </a:ext>
            </a:extLst>
          </p:cNvPr>
          <p:cNvCxnSpPr>
            <a:cxnSpLocks/>
            <a:stCxn id="2" idx="6"/>
            <a:endCxn id="3" idx="1"/>
          </p:cNvCxnSpPr>
          <p:nvPr/>
        </p:nvCxnSpPr>
        <p:spPr>
          <a:xfrm>
            <a:off x="1475591" y="4309815"/>
            <a:ext cx="453258" cy="3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4C1BCB3D-928C-412F-6D05-3BACE99A6844}"/>
              </a:ext>
            </a:extLst>
          </p:cNvPr>
          <p:cNvSpPr/>
          <p:nvPr/>
        </p:nvSpPr>
        <p:spPr>
          <a:xfrm>
            <a:off x="1702220" y="979283"/>
            <a:ext cx="8241880" cy="5375786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606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5521F84-BFDB-FC7A-1185-156AE19EF09B}"/>
              </a:ext>
            </a:extLst>
          </p:cNvPr>
          <p:cNvSpPr txBox="1"/>
          <p:nvPr/>
        </p:nvSpPr>
        <p:spPr>
          <a:xfrm>
            <a:off x="2235200" y="2151727"/>
            <a:ext cx="728590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Keep </a:t>
            </a:r>
            <a:r>
              <a:rPr lang="de-DE" sz="3200" dirty="0" err="1"/>
              <a:t>it</a:t>
            </a:r>
            <a:r>
              <a:rPr lang="de-DE" sz="3200" dirty="0"/>
              <a:t> simple and clean</a:t>
            </a:r>
          </a:p>
          <a:p>
            <a:r>
              <a:rPr lang="de-CH" sz="3200" dirty="0">
                <a:solidFill>
                  <a:srgbClr val="FFFF00"/>
                </a:solidFill>
              </a:rPr>
              <a:t>Use </a:t>
            </a:r>
            <a:r>
              <a:rPr lang="de-CH" sz="3200" b="1" dirty="0">
                <a:solidFill>
                  <a:srgbClr val="FFFF00"/>
                </a:solidFill>
              </a:rPr>
              <a:t>5–8 </a:t>
            </a:r>
            <a:r>
              <a:rPr lang="de-CH" sz="3200" b="1" dirty="0" err="1">
                <a:solidFill>
                  <a:srgbClr val="FFFF00"/>
                </a:solidFill>
              </a:rPr>
              <a:t>states</a:t>
            </a:r>
            <a:r>
              <a:rPr lang="de-CH" sz="3200" dirty="0">
                <a:solidFill>
                  <a:srgbClr val="FFFF00"/>
                </a:solidFill>
              </a:rPr>
              <a:t> per </a:t>
            </a:r>
            <a:r>
              <a:rPr lang="de-CH" sz="3200" dirty="0" err="1">
                <a:solidFill>
                  <a:srgbClr val="FFFF00"/>
                </a:solidFill>
              </a:rPr>
              <a:t>diagram</a:t>
            </a:r>
            <a:endParaRPr lang="de-CH" sz="3200" dirty="0">
              <a:solidFill>
                <a:srgbClr val="FFFF00"/>
              </a:solidFill>
            </a:endParaRPr>
          </a:p>
          <a:p>
            <a:r>
              <a:rPr lang="de-CH" sz="3200" dirty="0" err="1"/>
              <a:t>Avoid</a:t>
            </a:r>
            <a:r>
              <a:rPr lang="de-CH" sz="3200" dirty="0"/>
              <a:t> </a:t>
            </a:r>
            <a:r>
              <a:rPr lang="de-CH" sz="3200" dirty="0" err="1"/>
              <a:t>low</a:t>
            </a:r>
            <a:r>
              <a:rPr lang="de-CH" sz="3200" dirty="0"/>
              <a:t>-level </a:t>
            </a:r>
            <a:r>
              <a:rPr lang="de-CH" sz="3200" dirty="0" err="1"/>
              <a:t>implementation</a:t>
            </a:r>
            <a:r>
              <a:rPr lang="de-CH" sz="3200" dirty="0"/>
              <a:t> </a:t>
            </a:r>
            <a:r>
              <a:rPr lang="de-CH" sz="3200" dirty="0" err="1"/>
              <a:t>steps</a:t>
            </a:r>
            <a:endParaRPr lang="de-CH" sz="3200" dirty="0"/>
          </a:p>
          <a:p>
            <a:r>
              <a:rPr lang="de-CH" sz="3200" dirty="0" err="1">
                <a:solidFill>
                  <a:srgbClr val="FFFF00"/>
                </a:solidFill>
              </a:rPr>
              <a:t>One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state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should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represent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one</a:t>
            </a:r>
            <a:r>
              <a:rPr lang="de-CH" sz="3200" dirty="0">
                <a:solidFill>
                  <a:srgbClr val="FFFF00"/>
                </a:solidFill>
              </a:rPr>
              <a:t> </a:t>
            </a:r>
            <a:r>
              <a:rPr lang="de-CH" sz="3200" dirty="0" err="1">
                <a:solidFill>
                  <a:srgbClr val="FFFF00"/>
                </a:solidFill>
              </a:rPr>
              <a:t>concept</a:t>
            </a:r>
            <a:endParaRPr lang="de-CH" sz="3200" dirty="0">
              <a:solidFill>
                <a:srgbClr val="FFFF00"/>
              </a:solidFill>
            </a:endParaRPr>
          </a:p>
          <a:p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55034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EB15F20-6605-51B7-F034-0741E63A78CA}"/>
              </a:ext>
            </a:extLst>
          </p:cNvPr>
          <p:cNvSpPr txBox="1"/>
          <p:nvPr/>
        </p:nvSpPr>
        <p:spPr>
          <a:xfrm>
            <a:off x="1574800" y="2844225"/>
            <a:ext cx="6903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/>
              <a:t>3. The </a:t>
            </a:r>
            <a:r>
              <a:rPr lang="de-DE" sz="3200" dirty="0" err="1"/>
              <a:t>dramaturgy</a:t>
            </a:r>
            <a:r>
              <a:rPr lang="de-DE" sz="3200" dirty="0"/>
              <a:t>: </a:t>
            </a:r>
            <a:r>
              <a:rPr lang="de-DE" sz="3200" dirty="0" err="1"/>
              <a:t>Sequence</a:t>
            </a:r>
            <a:r>
              <a:rPr lang="de-DE" sz="3200" dirty="0"/>
              <a:t> </a:t>
            </a:r>
            <a:r>
              <a:rPr lang="de-DE" sz="3200" dirty="0" err="1"/>
              <a:t>Diagram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4467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45B49B8-F6F6-4440-AD3F-10761FD5C381}"/>
              </a:ext>
            </a:extLst>
          </p:cNvPr>
          <p:cNvSpPr txBox="1"/>
          <p:nvPr/>
        </p:nvSpPr>
        <p:spPr>
          <a:xfrm>
            <a:off x="811444" y="1536174"/>
            <a:ext cx="1061604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i="1" dirty="0" err="1"/>
              <a:t>Discuss</a:t>
            </a:r>
            <a:r>
              <a:rPr lang="de-DE" sz="4000" b="1" i="1" dirty="0"/>
              <a:t> </a:t>
            </a:r>
            <a:r>
              <a:rPr lang="de-DE" sz="4000" b="1" i="1" dirty="0" err="1"/>
              <a:t>your</a:t>
            </a:r>
            <a:r>
              <a:rPr lang="de-DE" sz="4000" b="1" i="1" dirty="0"/>
              <a:t> </a:t>
            </a:r>
            <a:r>
              <a:rPr lang="de-DE" sz="4000" b="1" i="1" dirty="0" err="1"/>
              <a:t>agentic</a:t>
            </a:r>
            <a:r>
              <a:rPr lang="de-DE" sz="4000" b="1" i="1" dirty="0"/>
              <a:t> </a:t>
            </a:r>
            <a:r>
              <a:rPr lang="de-DE" sz="4000" b="1" i="1" dirty="0" err="1"/>
              <a:t>workflow</a:t>
            </a:r>
            <a:r>
              <a:rPr lang="de-DE" sz="4000" b="1" i="1" dirty="0"/>
              <a:t> </a:t>
            </a:r>
            <a:r>
              <a:rPr lang="de-DE" sz="4000" b="1" i="1" dirty="0" err="1"/>
              <a:t>with</a:t>
            </a:r>
            <a:r>
              <a:rPr lang="de-DE" sz="4000" b="1" i="1" dirty="0"/>
              <a:t> a </a:t>
            </a:r>
            <a:r>
              <a:rPr lang="de-DE" sz="4000" b="1" i="1" dirty="0" err="1"/>
              <a:t>partner</a:t>
            </a:r>
            <a:endParaRPr lang="de-DE" sz="4000" b="1" i="1" dirty="0"/>
          </a:p>
          <a:p>
            <a:endParaRPr lang="de-DE" sz="4000" dirty="0"/>
          </a:p>
          <a:p>
            <a:r>
              <a:rPr lang="de-DE" sz="4000" dirty="0" err="1"/>
              <a:t>Is</a:t>
            </a:r>
            <a:r>
              <a:rPr lang="de-DE" sz="4000" dirty="0"/>
              <a:t> </a:t>
            </a:r>
            <a:r>
              <a:rPr lang="de-DE" sz="4000" dirty="0" err="1"/>
              <a:t>it</a:t>
            </a:r>
            <a:r>
              <a:rPr lang="de-DE" sz="4000" dirty="0"/>
              <a:t> </a:t>
            </a:r>
            <a:r>
              <a:rPr lang="de-DE" sz="4000" dirty="0" err="1"/>
              <a:t>logical</a:t>
            </a:r>
            <a:r>
              <a:rPr lang="de-DE" sz="4000" dirty="0"/>
              <a:t>?</a:t>
            </a:r>
          </a:p>
          <a:p>
            <a:r>
              <a:rPr lang="de-DE" sz="4000" dirty="0"/>
              <a:t>Are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transitions</a:t>
            </a:r>
            <a:r>
              <a:rPr lang="de-DE" sz="4000" dirty="0"/>
              <a:t> (</a:t>
            </a:r>
            <a:r>
              <a:rPr lang="de-DE" sz="4000" dirty="0" err="1"/>
              <a:t>conditions</a:t>
            </a:r>
            <a:r>
              <a:rPr lang="de-DE" sz="4000" dirty="0"/>
              <a:t>) </a:t>
            </a:r>
            <a:r>
              <a:rPr lang="de-DE" sz="4000" dirty="0" err="1"/>
              <a:t>defined</a:t>
            </a:r>
            <a:r>
              <a:rPr lang="de-DE" sz="4000" dirty="0"/>
              <a:t> </a:t>
            </a:r>
            <a:r>
              <a:rPr lang="de-DE" sz="4000" dirty="0" err="1"/>
              <a:t>clearly</a:t>
            </a:r>
            <a:r>
              <a:rPr lang="de-DE" sz="4000" dirty="0"/>
              <a:t>?</a:t>
            </a:r>
          </a:p>
          <a:p>
            <a:r>
              <a:rPr lang="de-DE" sz="4000" dirty="0"/>
              <a:t>Are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states</a:t>
            </a:r>
            <a:r>
              <a:rPr lang="de-DE" sz="4000" dirty="0"/>
              <a:t> </a:t>
            </a:r>
            <a:r>
              <a:rPr lang="de-DE" sz="4000" dirty="0" err="1"/>
              <a:t>defined</a:t>
            </a:r>
            <a:r>
              <a:rPr lang="de-DE" sz="4000" dirty="0"/>
              <a:t> </a:t>
            </a:r>
            <a:r>
              <a:rPr lang="de-DE" sz="4000" dirty="0" err="1"/>
              <a:t>clearly</a:t>
            </a:r>
            <a:r>
              <a:rPr lang="de-DE" sz="4000" dirty="0"/>
              <a:t>?</a:t>
            </a:r>
          </a:p>
          <a:p>
            <a:r>
              <a:rPr lang="de-DE" sz="4000" dirty="0"/>
              <a:t>How </a:t>
            </a:r>
            <a:r>
              <a:rPr lang="de-DE" sz="4000" dirty="0" err="1"/>
              <a:t>could</a:t>
            </a:r>
            <a:r>
              <a:rPr lang="de-DE" sz="4000" dirty="0"/>
              <a:t> </a:t>
            </a:r>
            <a:r>
              <a:rPr lang="de-DE" sz="4000" dirty="0" err="1"/>
              <a:t>it</a:t>
            </a:r>
            <a:r>
              <a:rPr lang="de-DE" sz="4000" dirty="0"/>
              <a:t> </a:t>
            </a:r>
            <a:r>
              <a:rPr lang="de-DE" sz="4000" dirty="0" err="1"/>
              <a:t>go</a:t>
            </a:r>
            <a:r>
              <a:rPr lang="de-DE" sz="4000" dirty="0"/>
              <a:t> </a:t>
            </a:r>
            <a:r>
              <a:rPr lang="de-DE" sz="4000" dirty="0" err="1"/>
              <a:t>wrong</a:t>
            </a:r>
            <a:r>
              <a:rPr lang="de-DE" sz="4000" dirty="0"/>
              <a:t>?</a:t>
            </a:r>
          </a:p>
          <a:p>
            <a:r>
              <a:rPr lang="de-DE" sz="4000" dirty="0"/>
              <a:t>How </a:t>
            </a:r>
            <a:r>
              <a:rPr lang="de-DE" sz="4000" dirty="0" err="1"/>
              <a:t>would</a:t>
            </a:r>
            <a:r>
              <a:rPr lang="de-DE" sz="4000" dirty="0"/>
              <a:t> </a:t>
            </a:r>
            <a:r>
              <a:rPr lang="de-DE" sz="4000" dirty="0" err="1"/>
              <a:t>one</a:t>
            </a:r>
            <a:r>
              <a:rPr lang="de-DE" sz="4000" dirty="0"/>
              <a:t> </a:t>
            </a:r>
            <a:r>
              <a:rPr lang="de-DE" sz="4000" dirty="0" err="1"/>
              <a:t>evaluate</a:t>
            </a:r>
            <a:r>
              <a:rPr lang="de-DE" sz="4000" dirty="0"/>
              <a:t> </a:t>
            </a:r>
            <a:r>
              <a:rPr lang="de-DE" sz="4000" dirty="0" err="1"/>
              <a:t>this</a:t>
            </a:r>
            <a:r>
              <a:rPr lang="de-DE" sz="4000" dirty="0"/>
              <a:t> </a:t>
            </a:r>
            <a:r>
              <a:rPr lang="de-DE" sz="4000" dirty="0" err="1"/>
              <a:t>agentic</a:t>
            </a:r>
            <a:r>
              <a:rPr lang="de-DE" sz="4000" dirty="0"/>
              <a:t> </a:t>
            </a:r>
            <a:r>
              <a:rPr lang="de-DE" sz="4000" dirty="0" err="1"/>
              <a:t>workflow</a:t>
            </a:r>
            <a:r>
              <a:rPr lang="de-DE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2442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B877CCD-73AF-FD20-275E-E4CFAC1647A8}"/>
              </a:ext>
            </a:extLst>
          </p:cNvPr>
          <p:cNvSpPr txBox="1"/>
          <p:nvPr/>
        </p:nvSpPr>
        <p:spPr>
          <a:xfrm>
            <a:off x="1706880" y="1166842"/>
            <a:ext cx="724662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>
                <a:solidFill>
                  <a:srgbClr val="FFC000"/>
                </a:solidFill>
              </a:rPr>
              <a:t>Exercise</a:t>
            </a:r>
            <a:r>
              <a:rPr lang="de-DE" sz="3200" dirty="0">
                <a:solidFill>
                  <a:srgbClr val="FFC000"/>
                </a:solidFill>
              </a:rPr>
              <a:t>: </a:t>
            </a:r>
          </a:p>
          <a:p>
            <a:r>
              <a:rPr lang="de-DE" sz="4000" dirty="0" err="1"/>
              <a:t>Draft</a:t>
            </a:r>
            <a:r>
              <a:rPr lang="de-DE" sz="4000" dirty="0"/>
              <a:t>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agent</a:t>
            </a:r>
            <a:endParaRPr lang="de-DE" sz="4000" dirty="0"/>
          </a:p>
          <a:p>
            <a:r>
              <a:rPr lang="de-DE" sz="3200" dirty="0"/>
              <a:t> </a:t>
            </a:r>
          </a:p>
          <a:p>
            <a:r>
              <a:rPr lang="de-DE" sz="3200" dirty="0"/>
              <a:t>EITHER</a:t>
            </a:r>
          </a:p>
          <a:p>
            <a:r>
              <a:rPr lang="de-DE" sz="3200" dirty="0" err="1"/>
              <a:t>as</a:t>
            </a:r>
            <a:r>
              <a:rPr lang="de-DE" sz="3200" dirty="0"/>
              <a:t>  Agent Flow </a:t>
            </a:r>
            <a:r>
              <a:rPr lang="de-DE" sz="3200" dirty="0" err="1"/>
              <a:t>Diagram</a:t>
            </a:r>
            <a:endParaRPr lang="de-DE" sz="3200" dirty="0"/>
          </a:p>
          <a:p>
            <a:r>
              <a:rPr lang="de-DE" sz="3200" dirty="0"/>
              <a:t>OR</a:t>
            </a:r>
          </a:p>
          <a:p>
            <a:r>
              <a:rPr lang="de-DE" sz="3200" dirty="0" err="1"/>
              <a:t>as</a:t>
            </a:r>
            <a:r>
              <a:rPr lang="de-DE" sz="3200" dirty="0"/>
              <a:t> a </a:t>
            </a:r>
            <a:r>
              <a:rPr lang="de-DE" sz="3200" dirty="0" err="1"/>
              <a:t>Sequence</a:t>
            </a:r>
            <a:r>
              <a:rPr lang="de-DE" sz="3200" dirty="0"/>
              <a:t> </a:t>
            </a:r>
            <a:r>
              <a:rPr lang="de-DE" sz="3200" dirty="0" err="1"/>
              <a:t>Diagram</a:t>
            </a:r>
            <a:endParaRPr lang="de-DE" sz="3200" dirty="0"/>
          </a:p>
          <a:p>
            <a:r>
              <a:rPr lang="de-DE" sz="3200" dirty="0"/>
              <a:t>OR</a:t>
            </a:r>
          </a:p>
          <a:p>
            <a:r>
              <a:rPr lang="de-DE" sz="3200" dirty="0"/>
              <a:t>in </a:t>
            </a:r>
            <a:r>
              <a:rPr lang="de-DE" sz="3200" dirty="0" err="1"/>
              <a:t>your</a:t>
            </a:r>
            <a:r>
              <a:rPr lang="de-DE" sz="3200" dirty="0"/>
              <a:t> own </a:t>
            </a:r>
            <a:r>
              <a:rPr lang="de-DE" sz="3200" dirty="0" err="1"/>
              <a:t>visualization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330589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CD06D-5ABE-2BDA-0B2C-83F10EF5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Grafik 2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80318AD7-B5D9-C23F-B541-D0B1B9C3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95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FB04-7198-AACC-8D86-BC51A07F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691E350E-AB1F-2410-429B-E3C44E0865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4392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3882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9447-14BB-596E-C861-A361B683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631DEDD-1BA3-1247-E9AE-B6FF93D9F7B8}"/>
              </a:ext>
            </a:extLst>
          </p:cNvPr>
          <p:cNvSpPr txBox="1"/>
          <p:nvPr/>
        </p:nvSpPr>
        <p:spPr>
          <a:xfrm>
            <a:off x="1996965" y="1494783"/>
            <a:ext cx="859746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800" dirty="0"/>
              <a:t>Analyse Images and </a:t>
            </a:r>
            <a:r>
              <a:rPr lang="de-CH" sz="2800" dirty="0" err="1"/>
              <a:t>define</a:t>
            </a:r>
            <a:r>
              <a:rPr lang="de-CH" sz="2800" dirty="0"/>
              <a:t> Output </a:t>
            </a:r>
            <a:r>
              <a:rPr lang="de-CH" sz="2800" dirty="0" err="1"/>
              <a:t>with</a:t>
            </a:r>
            <a:r>
              <a:rPr lang="de-CH" sz="2800" dirty="0"/>
              <a:t> LLM</a:t>
            </a:r>
          </a:p>
          <a:p>
            <a:r>
              <a:rPr lang="de-CH" sz="2800" dirty="0"/>
              <a:t>ChatGPT +</a:t>
            </a:r>
          </a:p>
          <a:p>
            <a:endParaRPr lang="de-CH" sz="2800" dirty="0"/>
          </a:p>
          <a:p>
            <a:r>
              <a:rPr lang="de-CH" sz="2800" dirty="0"/>
              <a:t>“Analyze </a:t>
            </a:r>
            <a:r>
              <a:rPr lang="de-CH" sz="2800" dirty="0" err="1"/>
              <a:t>the</a:t>
            </a:r>
            <a:r>
              <a:rPr lang="de-CH" sz="2800" dirty="0"/>
              <a:t> </a:t>
            </a:r>
            <a:r>
              <a:rPr lang="de-CH" sz="2800" dirty="0" err="1"/>
              <a:t>image</a:t>
            </a:r>
            <a:r>
              <a:rPr lang="de-CH" sz="2800" dirty="0"/>
              <a:t>, </a:t>
            </a:r>
            <a:r>
              <a:rPr lang="de-CH" sz="2800" dirty="0" err="1"/>
              <a:t>choose</a:t>
            </a:r>
            <a:r>
              <a:rPr lang="de-CH" sz="2800" dirty="0"/>
              <a:t> a </a:t>
            </a:r>
            <a:r>
              <a:rPr lang="de-CH" sz="2800" dirty="0" err="1"/>
              <a:t>main</a:t>
            </a:r>
            <a:r>
              <a:rPr lang="de-CH" sz="2800" dirty="0"/>
              <a:t> </a:t>
            </a:r>
            <a:r>
              <a:rPr lang="de-CH" sz="2800" dirty="0" err="1"/>
              <a:t>character</a:t>
            </a:r>
            <a:r>
              <a:rPr lang="de-CH" sz="2800" dirty="0"/>
              <a:t> and </a:t>
            </a:r>
            <a:r>
              <a:rPr lang="de-CH" sz="2800" dirty="0" err="1"/>
              <a:t>give</a:t>
            </a:r>
            <a:r>
              <a:rPr lang="de-CH" sz="2800" dirty="0"/>
              <a:t> all </a:t>
            </a:r>
            <a:r>
              <a:rPr lang="de-CH" sz="2800" dirty="0" err="1"/>
              <a:t>persons</a:t>
            </a:r>
            <a:r>
              <a:rPr lang="de-CH" sz="2800" dirty="0"/>
              <a:t> a </a:t>
            </a:r>
            <a:r>
              <a:rPr lang="de-CH" sz="2800" dirty="0" err="1"/>
              <a:t>name</a:t>
            </a:r>
            <a:r>
              <a:rPr lang="de-CH" sz="2800" dirty="0"/>
              <a:t>. </a:t>
            </a:r>
            <a:r>
              <a:rPr lang="de-CH" sz="2800" dirty="0" err="1"/>
              <a:t>Suggest</a:t>
            </a:r>
            <a:r>
              <a:rPr lang="de-CH" sz="2800" dirty="0"/>
              <a:t> </a:t>
            </a:r>
            <a:r>
              <a:rPr lang="de-CH" sz="2800" dirty="0" err="1"/>
              <a:t>one</a:t>
            </a:r>
            <a:r>
              <a:rPr lang="de-CH" sz="2800" dirty="0"/>
              <a:t> </a:t>
            </a:r>
            <a:r>
              <a:rPr lang="de-CH" sz="2800" dirty="0" err="1"/>
              <a:t>sentence</a:t>
            </a:r>
            <a:r>
              <a:rPr lang="de-CH" sz="2800" dirty="0"/>
              <a:t> </a:t>
            </a:r>
            <a:r>
              <a:rPr lang="de-CH" sz="2800" dirty="0" err="1"/>
              <a:t>that</a:t>
            </a:r>
            <a:r>
              <a:rPr lang="de-CH" sz="2800" dirty="0"/>
              <a:t> </a:t>
            </a:r>
            <a:r>
              <a:rPr lang="de-CH" sz="2800" dirty="0" err="1"/>
              <a:t>the</a:t>
            </a:r>
            <a:r>
              <a:rPr lang="de-CH" sz="2800" dirty="0"/>
              <a:t> </a:t>
            </a:r>
            <a:r>
              <a:rPr lang="de-CH" sz="2800" dirty="0" err="1"/>
              <a:t>main</a:t>
            </a:r>
            <a:r>
              <a:rPr lang="de-CH" sz="2800" dirty="0"/>
              <a:t> </a:t>
            </a:r>
            <a:r>
              <a:rPr lang="de-CH" sz="2800" dirty="0" err="1"/>
              <a:t>character</a:t>
            </a:r>
            <a:r>
              <a:rPr lang="de-CH" sz="2800" dirty="0"/>
              <a:t> </a:t>
            </a:r>
            <a:r>
              <a:rPr lang="de-CH" sz="2800" dirty="0" err="1"/>
              <a:t>might</a:t>
            </a:r>
            <a:r>
              <a:rPr lang="de-CH" sz="2800" dirty="0"/>
              <a:t> </a:t>
            </a:r>
            <a:r>
              <a:rPr lang="de-CH" sz="2800" dirty="0" err="1"/>
              <a:t>say</a:t>
            </a:r>
            <a:r>
              <a:rPr lang="de-CH" sz="2800" dirty="0"/>
              <a:t> </a:t>
            </a:r>
            <a:r>
              <a:rPr lang="de-CH" sz="2800" dirty="0" err="1"/>
              <a:t>next</a:t>
            </a:r>
            <a:r>
              <a:rPr lang="de-CH" sz="2800" dirty="0"/>
              <a:t> </a:t>
            </a:r>
            <a:r>
              <a:rPr lang="de-CH" sz="2800" dirty="0" err="1"/>
              <a:t>if</a:t>
            </a:r>
            <a:r>
              <a:rPr lang="de-CH" sz="2800" dirty="0"/>
              <a:t> </a:t>
            </a:r>
            <a:r>
              <a:rPr lang="de-CH" sz="2800" dirty="0" err="1"/>
              <a:t>they</a:t>
            </a:r>
            <a:r>
              <a:rPr lang="de-CH" sz="2800" dirty="0"/>
              <a:t> </a:t>
            </a:r>
            <a:r>
              <a:rPr lang="de-CH" sz="2800" dirty="0" err="1"/>
              <a:t>were</a:t>
            </a:r>
            <a:r>
              <a:rPr lang="de-CH" sz="2800" dirty="0"/>
              <a:t> </a:t>
            </a:r>
            <a:r>
              <a:rPr lang="de-CH" sz="2800" dirty="0" err="1"/>
              <a:t>acting</a:t>
            </a:r>
            <a:r>
              <a:rPr lang="de-CH" sz="2800" dirty="0"/>
              <a:t> in an </a:t>
            </a:r>
            <a:r>
              <a:rPr lang="de-CH" sz="2800" dirty="0" err="1"/>
              <a:t>horror</a:t>
            </a:r>
            <a:r>
              <a:rPr lang="de-CH" sz="2800" dirty="0"/>
              <a:t> </a:t>
            </a:r>
            <a:r>
              <a:rPr lang="de-CH" sz="2800" dirty="0" err="1"/>
              <a:t>movie</a:t>
            </a:r>
            <a:r>
              <a:rPr lang="de-CH" sz="2800" dirty="0"/>
              <a:t>. </a:t>
            </a:r>
            <a:r>
              <a:rPr lang="de-CH" sz="2800" dirty="0" err="1"/>
              <a:t>Then</a:t>
            </a:r>
            <a:r>
              <a:rPr lang="de-CH" sz="2800" dirty="0"/>
              <a:t> </a:t>
            </a:r>
            <a:r>
              <a:rPr lang="de-CH" sz="2800" dirty="0" err="1"/>
              <a:t>generate</a:t>
            </a:r>
            <a:r>
              <a:rPr lang="de-CH" sz="2800" dirty="0"/>
              <a:t> a </a:t>
            </a:r>
            <a:r>
              <a:rPr lang="de-CH" sz="2800" dirty="0" err="1"/>
              <a:t>response</a:t>
            </a:r>
            <a:r>
              <a:rPr lang="de-CH" sz="2800" dirty="0"/>
              <a:t> </a:t>
            </a:r>
            <a:r>
              <a:rPr lang="de-CH" sz="2800" dirty="0" err="1"/>
              <a:t>from</a:t>
            </a:r>
            <a:r>
              <a:rPr lang="de-CH" sz="2800" dirty="0"/>
              <a:t> </a:t>
            </a:r>
            <a:r>
              <a:rPr lang="de-CH" sz="2800" dirty="0" err="1"/>
              <a:t>the</a:t>
            </a:r>
            <a:r>
              <a:rPr lang="de-CH" sz="2800" dirty="0"/>
              <a:t> </a:t>
            </a:r>
            <a:r>
              <a:rPr lang="de-CH" sz="2800" dirty="0" err="1"/>
              <a:t>second</a:t>
            </a:r>
            <a:r>
              <a:rPr lang="de-CH" sz="2800" dirty="0"/>
              <a:t> </a:t>
            </a:r>
            <a:r>
              <a:rPr lang="de-CH" sz="2800" dirty="0" err="1"/>
              <a:t>character</a:t>
            </a:r>
            <a:r>
              <a:rPr lang="de-CH" sz="2800" dirty="0"/>
              <a:t> and a </a:t>
            </a:r>
            <a:r>
              <a:rPr lang="de-CH" sz="2800" dirty="0" err="1"/>
              <a:t>dramatic</a:t>
            </a:r>
            <a:r>
              <a:rPr lang="de-CH" sz="2800" dirty="0"/>
              <a:t> 5-turn </a:t>
            </a:r>
            <a:r>
              <a:rPr lang="de-CH" sz="2800" dirty="0" err="1"/>
              <a:t>dialogue</a:t>
            </a:r>
            <a:r>
              <a:rPr lang="de-CH" sz="2800" dirty="0"/>
              <a:t>.”</a:t>
            </a:r>
            <a:endParaRPr lang="de-DE" sz="2800" dirty="0"/>
          </a:p>
          <a:p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462614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39C8-725D-295B-2720-45D8385A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C93CE50-F33A-FAED-925F-7410EEFB9BCF}"/>
              </a:ext>
            </a:extLst>
          </p:cNvPr>
          <p:cNvSpPr txBox="1"/>
          <p:nvPr/>
        </p:nvSpPr>
        <p:spPr>
          <a:xfrm>
            <a:off x="2918723" y="1899219"/>
            <a:ext cx="67281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 err="1"/>
              <a:t>Interesting</a:t>
            </a:r>
            <a:r>
              <a:rPr lang="de-DE" sz="4000" dirty="0"/>
              <a:t>:</a:t>
            </a:r>
          </a:p>
          <a:p>
            <a:r>
              <a:rPr lang="de-DE" sz="4000" dirty="0"/>
              <a:t>Model </a:t>
            </a:r>
            <a:r>
              <a:rPr lang="de-DE" sz="4000" dirty="0" err="1"/>
              <a:t>Cognition</a:t>
            </a:r>
            <a:endParaRPr lang="de-DE" sz="4000" dirty="0"/>
          </a:p>
          <a:p>
            <a:r>
              <a:rPr lang="de-DE" sz="4000" dirty="0"/>
              <a:t>Model Self Model</a:t>
            </a:r>
          </a:p>
          <a:p>
            <a:r>
              <a:rPr lang="de-DE" sz="4000" dirty="0"/>
              <a:t>Model World Model</a:t>
            </a:r>
          </a:p>
        </p:txBody>
      </p:sp>
    </p:spTree>
    <p:extLst>
      <p:ext uri="{BB962C8B-B14F-4D97-AF65-F5344CB8AC3E}">
        <p14:creationId xmlns:p14="http://schemas.microsoft.com/office/powerpoint/2010/main" val="393996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A2C8-31F2-60FA-2436-2D0A18DE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510278C5-1583-0B5A-D97C-9A30409D9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278333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78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A7DD19A-8FB0-0203-11B4-053EA201AAED}"/>
              </a:ext>
            </a:extLst>
          </p:cNvPr>
          <p:cNvSpPr txBox="1"/>
          <p:nvPr/>
        </p:nvSpPr>
        <p:spPr>
          <a:xfrm>
            <a:off x="2248163" y="1536174"/>
            <a:ext cx="93342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Not possible:</a:t>
            </a:r>
          </a:p>
          <a:p>
            <a:r>
              <a:rPr lang="de-DE" sz="4000" dirty="0"/>
              <a:t>Text </a:t>
            </a:r>
            <a:r>
              <a:rPr lang="de-DE" sz="4000" dirty="0" err="1"/>
              <a:t>to</a:t>
            </a:r>
            <a:r>
              <a:rPr lang="de-DE" sz="4000" dirty="0"/>
              <a:t> Sound Output (geht aber bei </a:t>
            </a:r>
            <a:r>
              <a:rPr lang="de-DE" sz="4000" dirty="0" err="1"/>
              <a:t>Elevenlabs</a:t>
            </a:r>
            <a:r>
              <a:rPr lang="de-DE" sz="4000" dirty="0"/>
              <a:t>)</a:t>
            </a:r>
          </a:p>
          <a:p>
            <a:r>
              <a:rPr lang="de-DE" sz="4000" dirty="0"/>
              <a:t>Langsam: </a:t>
            </a:r>
          </a:p>
          <a:p>
            <a:r>
              <a:rPr lang="de-DE" sz="4000" dirty="0"/>
              <a:t>Video als Input</a:t>
            </a:r>
          </a:p>
          <a:p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2921358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837</Words>
  <Application>Microsoft Macintosh PowerPoint</Application>
  <PresentationFormat>Breitbild</PresentationFormat>
  <Paragraphs>161</Paragraphs>
  <Slides>34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Lösel Gunter</dc:creator>
  <cp:lastModifiedBy>Gunter Lösel</cp:lastModifiedBy>
  <cp:revision>29</cp:revision>
  <dcterms:created xsi:type="dcterms:W3CDTF">2025-11-01T12:20:44Z</dcterms:created>
  <dcterms:modified xsi:type="dcterms:W3CDTF">2026-01-10T09:40:57Z</dcterms:modified>
</cp:coreProperties>
</file>