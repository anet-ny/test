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 id="2147483650" r:id="rId3"/>
    <p:sldMasterId id="2147483651" r:id="rId4"/>
    <p:sldMasterId id="2147483652" r:id="rId5"/>
    <p:sldMasterId id="2147483653" r:id="rId6"/>
    <p:sldMasterId id="2147483654" r:id="rId7"/>
    <p:sldMasterId id="2147483655" r:id="rId8"/>
    <p:sldMasterId id="2147483656" r:id="rId9"/>
    <p:sldMasterId id="2147483657" r:id="rId10"/>
    <p:sldMasterId id="2147483658" r:id="rId11"/>
    <p:sldMasterId id="2147483659" r:id="rId12"/>
    <p:sldMasterId id="2147483660" r:id="rId13"/>
    <p:sldMasterId id="2147483661" r:id="rId14"/>
  </p:sldMasterIdLst>
  <p:notesMasterIdLst>
    <p:notesMasterId r:id="rId42"/>
  </p:notesMasterIdLst>
  <p:sldIdLst>
    <p:sldId id="257" r:id="rId15"/>
    <p:sldId id="359" r:id="rId16"/>
    <p:sldId id="360" r:id="rId17"/>
    <p:sldId id="361" r:id="rId18"/>
    <p:sldId id="362" r:id="rId19"/>
    <p:sldId id="363" r:id="rId20"/>
    <p:sldId id="358" r:id="rId21"/>
    <p:sldId id="336" r:id="rId22"/>
    <p:sldId id="335" r:id="rId23"/>
    <p:sldId id="341" r:id="rId24"/>
    <p:sldId id="343" r:id="rId25"/>
    <p:sldId id="347" r:id="rId26"/>
    <p:sldId id="348" r:id="rId27"/>
    <p:sldId id="349" r:id="rId28"/>
    <p:sldId id="463" r:id="rId29"/>
    <p:sldId id="365" r:id="rId30"/>
    <p:sldId id="462" r:id="rId31"/>
    <p:sldId id="464" r:id="rId32"/>
    <p:sldId id="367" r:id="rId33"/>
    <p:sldId id="351" r:id="rId34"/>
    <p:sldId id="345" r:id="rId35"/>
    <p:sldId id="357" r:id="rId36"/>
    <p:sldId id="465" r:id="rId37"/>
    <p:sldId id="467" r:id="rId38"/>
    <p:sldId id="466" r:id="rId39"/>
    <p:sldId id="468" r:id="rId40"/>
    <p:sldId id="328" r:id="rId41"/>
  </p:sldIdLst>
  <p:sldSz cx="9906000" cy="6858000" type="A4"/>
  <p:notesSz cx="6858000" cy="9144000"/>
  <p:defaultTextStyle>
    <a:defPPr>
      <a:defRPr lang="en-US"/>
    </a:defPPr>
    <a:lvl1pPr algn="ctr" rtl="0" fontAlgn="base">
      <a:spcBef>
        <a:spcPct val="0"/>
      </a:spcBef>
      <a:spcAft>
        <a:spcPct val="0"/>
      </a:spcAft>
      <a:defRPr sz="3100" kern="1200">
        <a:solidFill>
          <a:srgbClr val="000000"/>
        </a:solidFill>
        <a:latin typeface="Gill Sans" charset="0"/>
        <a:ea typeface="ヒラギノ角ゴ ProN W3" charset="0"/>
        <a:cs typeface="ヒラギノ角ゴ ProN W3" charset="0"/>
        <a:sym typeface="Gill Sans" charset="0"/>
      </a:defRPr>
    </a:lvl1pPr>
    <a:lvl2pPr marL="336550" indent="120650" algn="ctr" rtl="0" fontAlgn="base">
      <a:spcBef>
        <a:spcPct val="0"/>
      </a:spcBef>
      <a:spcAft>
        <a:spcPct val="0"/>
      </a:spcAft>
      <a:defRPr sz="3100" kern="1200">
        <a:solidFill>
          <a:srgbClr val="000000"/>
        </a:solidFill>
        <a:latin typeface="Gill Sans" charset="0"/>
        <a:ea typeface="ヒラギノ角ゴ ProN W3" charset="0"/>
        <a:cs typeface="ヒラギノ角ゴ ProN W3" charset="0"/>
        <a:sym typeface="Gill Sans" charset="0"/>
      </a:defRPr>
    </a:lvl2pPr>
    <a:lvl3pPr marL="673100" indent="241300" algn="ctr" rtl="0" fontAlgn="base">
      <a:spcBef>
        <a:spcPct val="0"/>
      </a:spcBef>
      <a:spcAft>
        <a:spcPct val="0"/>
      </a:spcAft>
      <a:defRPr sz="3100" kern="1200">
        <a:solidFill>
          <a:srgbClr val="000000"/>
        </a:solidFill>
        <a:latin typeface="Gill Sans" charset="0"/>
        <a:ea typeface="ヒラギノ角ゴ ProN W3" charset="0"/>
        <a:cs typeface="ヒラギノ角ゴ ProN W3" charset="0"/>
        <a:sym typeface="Gill Sans" charset="0"/>
      </a:defRPr>
    </a:lvl3pPr>
    <a:lvl4pPr marL="1009650" indent="361950" algn="ctr" rtl="0" fontAlgn="base">
      <a:spcBef>
        <a:spcPct val="0"/>
      </a:spcBef>
      <a:spcAft>
        <a:spcPct val="0"/>
      </a:spcAft>
      <a:defRPr sz="3100" kern="1200">
        <a:solidFill>
          <a:srgbClr val="000000"/>
        </a:solidFill>
        <a:latin typeface="Gill Sans" charset="0"/>
        <a:ea typeface="ヒラギノ角ゴ ProN W3" charset="0"/>
        <a:cs typeface="ヒラギノ角ゴ ProN W3" charset="0"/>
        <a:sym typeface="Gill Sans" charset="0"/>
      </a:defRPr>
    </a:lvl4pPr>
    <a:lvl5pPr marL="1346200" indent="482600" algn="ctr" rtl="0" fontAlgn="base">
      <a:spcBef>
        <a:spcPct val="0"/>
      </a:spcBef>
      <a:spcAft>
        <a:spcPct val="0"/>
      </a:spcAft>
      <a:defRPr sz="31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31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31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31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31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99" autoAdjust="0"/>
    <p:restoredTop sz="93197" autoAdjust="0"/>
  </p:normalViewPr>
  <p:slideViewPr>
    <p:cSldViewPr>
      <p:cViewPr varScale="1">
        <p:scale>
          <a:sx n="119" d="100"/>
          <a:sy n="119" d="100"/>
        </p:scale>
        <p:origin x="1184" y="184"/>
      </p:cViewPr>
      <p:guideLst>
        <p:guide orient="horz" pos="2160"/>
        <p:guide pos="3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9"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tableStyles" Target="tableStyles.xml"/><Relationship Id="rId20" Type="http://schemas.openxmlformats.org/officeDocument/2006/relationships/slide" Target="slides/slide6.xml"/><Relationship Id="rId41"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CCDA60-C82B-924D-9448-3BBD81FBF09C}" type="datetimeFigureOut">
              <a:rPr lang="de-DE" smtClean="0"/>
              <a:t>30.12.25</a:t>
            </a:fld>
            <a:endParaRPr lang="de-DE"/>
          </a:p>
        </p:txBody>
      </p:sp>
      <p:sp>
        <p:nvSpPr>
          <p:cNvPr id="4" name="Folienbildplatzhalt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de-DE"/>
              <a:t>Mastertextformat bearbeiten
Zweite Ebene
Dritte Ebene
Vierte Ebene
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B294E2-07B7-9C49-8909-897AC11F468E}" type="slidenum">
              <a:rPr lang="de-DE" smtClean="0"/>
              <a:t>‹Nr.›</a:t>
            </a:fld>
            <a:endParaRPr lang="de-DE"/>
          </a:p>
        </p:txBody>
      </p:sp>
    </p:spTree>
    <p:extLst>
      <p:ext uri="{BB962C8B-B14F-4D97-AF65-F5344CB8AC3E}">
        <p14:creationId xmlns:p14="http://schemas.microsoft.com/office/powerpoint/2010/main" val="2010630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a:t>
            </a:fld>
            <a:endParaRPr lang="de-DE"/>
          </a:p>
        </p:txBody>
      </p:sp>
    </p:spTree>
    <p:extLst>
      <p:ext uri="{BB962C8B-B14F-4D97-AF65-F5344CB8AC3E}">
        <p14:creationId xmlns:p14="http://schemas.microsoft.com/office/powerpoint/2010/main" val="21203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a:t>
            </a:fld>
            <a:endParaRPr lang="de-DE"/>
          </a:p>
        </p:txBody>
      </p:sp>
    </p:spTree>
    <p:extLst>
      <p:ext uri="{BB962C8B-B14F-4D97-AF65-F5344CB8AC3E}">
        <p14:creationId xmlns:p14="http://schemas.microsoft.com/office/powerpoint/2010/main" val="473369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3</a:t>
            </a:fld>
            <a:endParaRPr lang="de-DE"/>
          </a:p>
        </p:txBody>
      </p:sp>
    </p:spTree>
    <p:extLst>
      <p:ext uri="{BB962C8B-B14F-4D97-AF65-F5344CB8AC3E}">
        <p14:creationId xmlns:p14="http://schemas.microsoft.com/office/powerpoint/2010/main" val="2583253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4</a:t>
            </a:fld>
            <a:endParaRPr lang="de-DE"/>
          </a:p>
        </p:txBody>
      </p:sp>
    </p:spTree>
    <p:extLst>
      <p:ext uri="{BB962C8B-B14F-4D97-AF65-F5344CB8AC3E}">
        <p14:creationId xmlns:p14="http://schemas.microsoft.com/office/powerpoint/2010/main" val="876469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5</a:t>
            </a:fld>
            <a:endParaRPr lang="de-DE"/>
          </a:p>
        </p:txBody>
      </p:sp>
    </p:spTree>
    <p:extLst>
      <p:ext uri="{BB962C8B-B14F-4D97-AF65-F5344CB8AC3E}">
        <p14:creationId xmlns:p14="http://schemas.microsoft.com/office/powerpoint/2010/main" val="646568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6</a:t>
            </a:fld>
            <a:endParaRPr lang="de-DE"/>
          </a:p>
        </p:txBody>
      </p:sp>
    </p:spTree>
    <p:extLst>
      <p:ext uri="{BB962C8B-B14F-4D97-AF65-F5344CB8AC3E}">
        <p14:creationId xmlns:p14="http://schemas.microsoft.com/office/powerpoint/2010/main" val="2517645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7</a:t>
            </a:fld>
            <a:endParaRPr lang="de-DE"/>
          </a:p>
        </p:txBody>
      </p:sp>
    </p:spTree>
    <p:extLst>
      <p:ext uri="{BB962C8B-B14F-4D97-AF65-F5344CB8AC3E}">
        <p14:creationId xmlns:p14="http://schemas.microsoft.com/office/powerpoint/2010/main" val="1389983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8</a:t>
            </a:fld>
            <a:endParaRPr lang="de-DE"/>
          </a:p>
        </p:txBody>
      </p:sp>
    </p:spTree>
    <p:extLst>
      <p:ext uri="{BB962C8B-B14F-4D97-AF65-F5344CB8AC3E}">
        <p14:creationId xmlns:p14="http://schemas.microsoft.com/office/powerpoint/2010/main" val="887343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9</a:t>
            </a:fld>
            <a:endParaRPr lang="de-DE"/>
          </a:p>
        </p:txBody>
      </p:sp>
    </p:spTree>
    <p:extLst>
      <p:ext uri="{BB962C8B-B14F-4D97-AF65-F5344CB8AC3E}">
        <p14:creationId xmlns:p14="http://schemas.microsoft.com/office/powerpoint/2010/main" val="586040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10</a:t>
            </a:fld>
            <a:endParaRPr lang="de-DE"/>
          </a:p>
        </p:txBody>
      </p:sp>
    </p:spTree>
    <p:extLst>
      <p:ext uri="{BB962C8B-B14F-4D97-AF65-F5344CB8AC3E}">
        <p14:creationId xmlns:p14="http://schemas.microsoft.com/office/powerpoint/2010/main" val="4001604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11</a:t>
            </a:fld>
            <a:endParaRPr lang="de-DE"/>
          </a:p>
        </p:txBody>
      </p:sp>
    </p:spTree>
    <p:extLst>
      <p:ext uri="{BB962C8B-B14F-4D97-AF65-F5344CB8AC3E}">
        <p14:creationId xmlns:p14="http://schemas.microsoft.com/office/powerpoint/2010/main" val="2655069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12</a:t>
            </a:fld>
            <a:endParaRPr lang="de-DE"/>
          </a:p>
        </p:txBody>
      </p:sp>
    </p:spTree>
    <p:extLst>
      <p:ext uri="{BB962C8B-B14F-4D97-AF65-F5344CB8AC3E}">
        <p14:creationId xmlns:p14="http://schemas.microsoft.com/office/powerpoint/2010/main" val="3824621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13</a:t>
            </a:fld>
            <a:endParaRPr lang="de-DE"/>
          </a:p>
        </p:txBody>
      </p:sp>
    </p:spTree>
    <p:extLst>
      <p:ext uri="{BB962C8B-B14F-4D97-AF65-F5344CB8AC3E}">
        <p14:creationId xmlns:p14="http://schemas.microsoft.com/office/powerpoint/2010/main" val="634313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14</a:t>
            </a:fld>
            <a:endParaRPr lang="de-DE"/>
          </a:p>
        </p:txBody>
      </p:sp>
    </p:spTree>
    <p:extLst>
      <p:ext uri="{BB962C8B-B14F-4D97-AF65-F5344CB8AC3E}">
        <p14:creationId xmlns:p14="http://schemas.microsoft.com/office/powerpoint/2010/main" val="3509010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15</a:t>
            </a:fld>
            <a:endParaRPr lang="de-DE"/>
          </a:p>
        </p:txBody>
      </p:sp>
    </p:spTree>
    <p:extLst>
      <p:ext uri="{BB962C8B-B14F-4D97-AF65-F5344CB8AC3E}">
        <p14:creationId xmlns:p14="http://schemas.microsoft.com/office/powerpoint/2010/main" val="4122662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16</a:t>
            </a:fld>
            <a:endParaRPr lang="de-DE"/>
          </a:p>
        </p:txBody>
      </p:sp>
    </p:spTree>
    <p:extLst>
      <p:ext uri="{BB962C8B-B14F-4D97-AF65-F5344CB8AC3E}">
        <p14:creationId xmlns:p14="http://schemas.microsoft.com/office/powerpoint/2010/main" val="2271643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17</a:t>
            </a:fld>
            <a:endParaRPr lang="de-DE"/>
          </a:p>
        </p:txBody>
      </p:sp>
    </p:spTree>
    <p:extLst>
      <p:ext uri="{BB962C8B-B14F-4D97-AF65-F5344CB8AC3E}">
        <p14:creationId xmlns:p14="http://schemas.microsoft.com/office/powerpoint/2010/main" val="881942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18</a:t>
            </a:fld>
            <a:endParaRPr lang="de-DE"/>
          </a:p>
        </p:txBody>
      </p:sp>
    </p:spTree>
    <p:extLst>
      <p:ext uri="{BB962C8B-B14F-4D97-AF65-F5344CB8AC3E}">
        <p14:creationId xmlns:p14="http://schemas.microsoft.com/office/powerpoint/2010/main" val="476197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19</a:t>
            </a:fld>
            <a:endParaRPr lang="de-DE"/>
          </a:p>
        </p:txBody>
      </p:sp>
    </p:spTree>
    <p:extLst>
      <p:ext uri="{BB962C8B-B14F-4D97-AF65-F5344CB8AC3E}">
        <p14:creationId xmlns:p14="http://schemas.microsoft.com/office/powerpoint/2010/main" val="2330104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20</a:t>
            </a:fld>
            <a:endParaRPr lang="de-DE"/>
          </a:p>
        </p:txBody>
      </p:sp>
    </p:spTree>
    <p:extLst>
      <p:ext uri="{BB962C8B-B14F-4D97-AF65-F5344CB8AC3E}">
        <p14:creationId xmlns:p14="http://schemas.microsoft.com/office/powerpoint/2010/main" val="1685271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21</a:t>
            </a:fld>
            <a:endParaRPr lang="de-DE"/>
          </a:p>
        </p:txBody>
      </p:sp>
    </p:spTree>
    <p:extLst>
      <p:ext uri="{BB962C8B-B14F-4D97-AF65-F5344CB8AC3E}">
        <p14:creationId xmlns:p14="http://schemas.microsoft.com/office/powerpoint/2010/main" val="3857861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22</a:t>
            </a:fld>
            <a:endParaRPr lang="de-DE"/>
          </a:p>
        </p:txBody>
      </p:sp>
    </p:spTree>
    <p:extLst>
      <p:ext uri="{BB962C8B-B14F-4D97-AF65-F5344CB8AC3E}">
        <p14:creationId xmlns:p14="http://schemas.microsoft.com/office/powerpoint/2010/main" val="3097389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23</a:t>
            </a:fld>
            <a:endParaRPr lang="de-DE"/>
          </a:p>
        </p:txBody>
      </p:sp>
    </p:spTree>
    <p:extLst>
      <p:ext uri="{BB962C8B-B14F-4D97-AF65-F5344CB8AC3E}">
        <p14:creationId xmlns:p14="http://schemas.microsoft.com/office/powerpoint/2010/main" val="2920099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6ABEA-B804-7B3E-B5C6-2CECB377B74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2CDB2D0-8997-FD07-B313-57DAB6919EC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AA5A30-FEA5-7D06-0B55-2A559431385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F03957F-481D-606D-57B2-B42B1DC784A5}"/>
              </a:ext>
            </a:extLst>
          </p:cNvPr>
          <p:cNvSpPr>
            <a:spLocks noGrp="1"/>
          </p:cNvSpPr>
          <p:nvPr>
            <p:ph type="sldNum" sz="quarter" idx="5"/>
          </p:nvPr>
        </p:nvSpPr>
        <p:spPr/>
        <p:txBody>
          <a:bodyPr/>
          <a:lstStyle/>
          <a:p>
            <a:fld id="{40B294E2-07B7-9C49-8909-897AC11F468E}" type="slidenum">
              <a:rPr lang="de-DE" smtClean="0"/>
              <a:t>24</a:t>
            </a:fld>
            <a:endParaRPr lang="de-DE"/>
          </a:p>
        </p:txBody>
      </p:sp>
    </p:spTree>
    <p:extLst>
      <p:ext uri="{BB962C8B-B14F-4D97-AF65-F5344CB8AC3E}">
        <p14:creationId xmlns:p14="http://schemas.microsoft.com/office/powerpoint/2010/main" val="39961119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0B294E2-07B7-9C49-8909-897AC11F468E}" type="slidenum">
              <a:rPr lang="de-DE" smtClean="0"/>
              <a:t>25</a:t>
            </a:fld>
            <a:endParaRPr lang="de-DE"/>
          </a:p>
        </p:txBody>
      </p:sp>
    </p:spTree>
    <p:extLst>
      <p:ext uri="{BB962C8B-B14F-4D97-AF65-F5344CB8AC3E}">
        <p14:creationId xmlns:p14="http://schemas.microsoft.com/office/powerpoint/2010/main" val="1720242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9023A-AE03-F9B8-DEBB-64CF19B0BCA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DF9DA40-DF2B-D881-FE24-B41056E21C4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BF49C83-2838-C990-0CB5-6FB42F14472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2D2DFAF9-CCD6-C623-D52A-35E786C86A10}"/>
              </a:ext>
            </a:extLst>
          </p:cNvPr>
          <p:cNvSpPr>
            <a:spLocks noGrp="1"/>
          </p:cNvSpPr>
          <p:nvPr>
            <p:ph type="sldNum" sz="quarter" idx="5"/>
          </p:nvPr>
        </p:nvSpPr>
        <p:spPr/>
        <p:txBody>
          <a:bodyPr/>
          <a:lstStyle/>
          <a:p>
            <a:fld id="{40B294E2-07B7-9C49-8909-897AC11F468E}" type="slidenum">
              <a:rPr lang="de-DE" smtClean="0"/>
              <a:t>26</a:t>
            </a:fld>
            <a:endParaRPr lang="de-DE"/>
          </a:p>
        </p:txBody>
      </p:sp>
    </p:spTree>
    <p:extLst>
      <p:ext uri="{BB962C8B-B14F-4D97-AF65-F5344CB8AC3E}">
        <p14:creationId xmlns:p14="http://schemas.microsoft.com/office/powerpoint/2010/main" val="1689362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a:prstGeom prst="rect">
            <a:avLst/>
          </a:prstGeom>
        </p:spPr>
        <p:txBody>
          <a:bodyPr vert="horz" lIns="67346" tIns="33673" rIns="67346" bIns="33673"/>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2"/>
          <p:cNvSpPr txBox="1">
            <a:spLocks noGrp="1" noChangeArrowheads="1"/>
          </p:cNvSpPr>
          <p:nvPr>
            <p:ph type="sldNum" sz="quarter" idx="10"/>
          </p:nvPr>
        </p:nvSpPr>
        <p:spPr>
          <a:ln/>
        </p:spPr>
        <p:txBody>
          <a:bodyPr/>
          <a:lstStyle>
            <a:lvl1pPr>
              <a:defRPr/>
            </a:lvl1pPr>
          </a:lstStyle>
          <a:p>
            <a:fld id="{0D3C4664-1655-C942-88A7-EA8A9C98D67E}" type="slidenum">
              <a:rPr lang="en-US"/>
              <a:pPr/>
              <a:t>‹Nr.›</a:t>
            </a:fld>
            <a:endParaRPr lang="en-US"/>
          </a:p>
        </p:txBody>
      </p:sp>
    </p:spTree>
    <p:extLst>
      <p:ext uri="{BB962C8B-B14F-4D97-AF65-F5344CB8AC3E}">
        <p14:creationId xmlns:p14="http://schemas.microsoft.com/office/powerpoint/2010/main" val="187222687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495784" y="1600649"/>
            <a:ext cx="8914433" cy="4525119"/>
          </a:xfrm>
          <a:prstGeom prst="rect">
            <a:avLst/>
          </a:prstGeom>
        </p:spPr>
        <p:txBody>
          <a:bodyPr vert="horz"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067FE030-FDEC-D442-BE3C-6DC0508CEFA0}" type="slidenum">
              <a:rPr lang="en-US"/>
              <a:pPr/>
              <a:t>‹Nr.›</a:t>
            </a:fld>
            <a:endParaRPr lang="en-US"/>
          </a:p>
        </p:txBody>
      </p:sp>
    </p:spTree>
    <p:extLst>
      <p:ext uri="{BB962C8B-B14F-4D97-AF65-F5344CB8AC3E}">
        <p14:creationId xmlns:p14="http://schemas.microsoft.com/office/powerpoint/2010/main" val="16343343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a:prstGeom prst="rect">
            <a:avLst/>
          </a:prstGeom>
        </p:spPr>
        <p:txBody>
          <a:bodyPr vert="horz" lIns="67346" tIns="33673" rIns="67346" bIns="33673"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2"/>
          <p:cNvSpPr txBox="1">
            <a:spLocks noGrp="1" noChangeArrowheads="1"/>
          </p:cNvSpPr>
          <p:nvPr>
            <p:ph type="sldNum" sz="quarter" idx="10"/>
          </p:nvPr>
        </p:nvSpPr>
        <p:spPr>
          <a:ln/>
        </p:spPr>
        <p:txBody>
          <a:bodyPr/>
          <a:lstStyle>
            <a:lvl1pPr>
              <a:defRPr/>
            </a:lvl1pPr>
          </a:lstStyle>
          <a:p>
            <a:fld id="{A312B42A-E8FB-F640-B870-AD07705F589F}" type="slidenum">
              <a:rPr lang="en-US"/>
              <a:pPr/>
              <a:t>‹Nr.›</a:t>
            </a:fld>
            <a:endParaRPr lang="en-US"/>
          </a:p>
        </p:txBody>
      </p:sp>
    </p:spTree>
    <p:extLst>
      <p:ext uri="{BB962C8B-B14F-4D97-AF65-F5344CB8AC3E}">
        <p14:creationId xmlns:p14="http://schemas.microsoft.com/office/powerpoint/2010/main" val="332368830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95785"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4"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2"/>
          <p:cNvSpPr txBox="1">
            <a:spLocks noGrp="1" noChangeArrowheads="1"/>
          </p:cNvSpPr>
          <p:nvPr>
            <p:ph type="sldNum" sz="quarter" idx="10"/>
          </p:nvPr>
        </p:nvSpPr>
        <p:spPr>
          <a:ln/>
        </p:spPr>
        <p:txBody>
          <a:bodyPr/>
          <a:lstStyle>
            <a:lvl1pPr>
              <a:defRPr/>
            </a:lvl1pPr>
          </a:lstStyle>
          <a:p>
            <a:fld id="{65BCB985-192F-FD42-B296-36F23C475646}" type="slidenum">
              <a:rPr lang="en-US"/>
              <a:pPr/>
              <a:t>‹Nr.›</a:t>
            </a:fld>
            <a:endParaRPr lang="en-US"/>
          </a:p>
        </p:txBody>
      </p:sp>
    </p:spTree>
    <p:extLst>
      <p:ext uri="{BB962C8B-B14F-4D97-AF65-F5344CB8AC3E}">
        <p14:creationId xmlns:p14="http://schemas.microsoft.com/office/powerpoint/2010/main" val="7019307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2"/>
          <p:cNvSpPr txBox="1">
            <a:spLocks noGrp="1" noChangeArrowheads="1"/>
          </p:cNvSpPr>
          <p:nvPr>
            <p:ph type="sldNum" sz="quarter" idx="10"/>
          </p:nvPr>
        </p:nvSpPr>
        <p:spPr>
          <a:ln/>
        </p:spPr>
        <p:txBody>
          <a:bodyPr/>
          <a:lstStyle>
            <a:lvl1pPr>
              <a:defRPr/>
            </a:lvl1pPr>
          </a:lstStyle>
          <a:p>
            <a:fld id="{895EFE0C-3B81-BA43-96E7-AB587AC3152B}" type="slidenum">
              <a:rPr lang="en-US"/>
              <a:pPr/>
              <a:t>‹Nr.›</a:t>
            </a:fld>
            <a:endParaRPr lang="en-US"/>
          </a:p>
        </p:txBody>
      </p:sp>
    </p:spTree>
    <p:extLst>
      <p:ext uri="{BB962C8B-B14F-4D97-AF65-F5344CB8AC3E}">
        <p14:creationId xmlns:p14="http://schemas.microsoft.com/office/powerpoint/2010/main" val="289448854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2"/>
          <p:cNvSpPr txBox="1">
            <a:spLocks noGrp="1" noChangeArrowheads="1"/>
          </p:cNvSpPr>
          <p:nvPr>
            <p:ph type="sldNum" sz="quarter" idx="10"/>
          </p:nvPr>
        </p:nvSpPr>
        <p:spPr>
          <a:ln/>
        </p:spPr>
        <p:txBody>
          <a:bodyPr/>
          <a:lstStyle>
            <a:lvl1pPr>
              <a:defRPr/>
            </a:lvl1pPr>
          </a:lstStyle>
          <a:p>
            <a:fld id="{AFB25A08-E013-BA4D-9D85-D0DA4BBA237C}" type="slidenum">
              <a:rPr lang="en-US"/>
              <a:pPr/>
              <a:t>‹Nr.›</a:t>
            </a:fld>
            <a:endParaRPr lang="en-US"/>
          </a:p>
        </p:txBody>
      </p:sp>
    </p:spTree>
    <p:extLst>
      <p:ext uri="{BB962C8B-B14F-4D97-AF65-F5344CB8AC3E}">
        <p14:creationId xmlns:p14="http://schemas.microsoft.com/office/powerpoint/2010/main" val="73399261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fld id="{33F8A87E-C621-044D-8EED-B3396DF4227F}" type="slidenum">
              <a:rPr lang="en-US"/>
              <a:pPr/>
              <a:t>‹Nr.›</a:t>
            </a:fld>
            <a:endParaRPr lang="en-US"/>
          </a:p>
        </p:txBody>
      </p:sp>
    </p:spTree>
    <p:extLst>
      <p:ext uri="{BB962C8B-B14F-4D97-AF65-F5344CB8AC3E}">
        <p14:creationId xmlns:p14="http://schemas.microsoft.com/office/powerpoint/2010/main" val="225092084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a:prstGeom prst="rect">
            <a:avLst/>
          </a:prstGeom>
        </p:spPr>
        <p:txBody>
          <a:bodyPr vert="horz" lIns="67346" tIns="33673" rIns="67346" bIns="33673"/>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F2F8E462-E583-5B41-8BAA-0B296CDD679E}" type="slidenum">
              <a:rPr lang="en-US"/>
              <a:pPr/>
              <a:t>‹Nr.›</a:t>
            </a:fld>
            <a:endParaRPr lang="en-US"/>
          </a:p>
        </p:txBody>
      </p:sp>
    </p:spTree>
    <p:extLst>
      <p:ext uri="{BB962C8B-B14F-4D97-AF65-F5344CB8AC3E}">
        <p14:creationId xmlns:p14="http://schemas.microsoft.com/office/powerpoint/2010/main" val="36731965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a:prstGeom prst="rect">
            <a:avLst/>
          </a:prstGeom>
        </p:spPr>
        <p:txBody>
          <a:bodyPr vert="horz" lIns="67346" tIns="33673" rIns="67346" bIns="33673"/>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r>
              <a:rPr lang="de-DE" noProof="0">
                <a:sym typeface="Gill Sans" charset="0"/>
              </a:rPr>
              <a:t>Bild auf Platzhalter ziehen oder durch Klicken auf Symbol hinzufügen</a:t>
            </a:r>
          </a:p>
        </p:txBody>
      </p:sp>
      <p:sp>
        <p:nvSpPr>
          <p:cNvPr id="4" name="Textplatzhalter 3"/>
          <p:cNvSpPr>
            <a:spLocks noGrp="1"/>
          </p:cNvSpPr>
          <p:nvPr>
            <p:ph type="body" sz="half" idx="2"/>
          </p:nvPr>
        </p:nvSpPr>
        <p:spPr>
          <a:xfrm>
            <a:off x="1942022" y="5367860"/>
            <a:ext cx="5943359" cy="80478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B11F5CC8-F53F-4C43-96B8-909F4524FEE0}" type="slidenum">
              <a:rPr lang="en-US"/>
              <a:pPr/>
              <a:t>‹Nr.›</a:t>
            </a:fld>
            <a:endParaRPr lang="en-US"/>
          </a:p>
        </p:txBody>
      </p:sp>
    </p:spTree>
    <p:extLst>
      <p:ext uri="{BB962C8B-B14F-4D97-AF65-F5344CB8AC3E}">
        <p14:creationId xmlns:p14="http://schemas.microsoft.com/office/powerpoint/2010/main" val="14081195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a:xfrm>
            <a:off x="495784" y="1600649"/>
            <a:ext cx="8914433"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45EAE54E-CCE5-A747-AF1B-DE3D9B9B8EAF}" type="slidenum">
              <a:rPr lang="en-US"/>
              <a:pPr/>
              <a:t>‹Nr.›</a:t>
            </a:fld>
            <a:endParaRPr lang="en-US"/>
          </a:p>
        </p:txBody>
      </p:sp>
    </p:spTree>
    <p:extLst>
      <p:ext uri="{BB962C8B-B14F-4D97-AF65-F5344CB8AC3E}">
        <p14:creationId xmlns:p14="http://schemas.microsoft.com/office/powerpoint/2010/main" val="267254849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178595"/>
            <a:ext cx="2228608" cy="5947172"/>
          </a:xfrm>
        </p:spPr>
        <p:txBody>
          <a:bodyPr vert="eaVert"/>
          <a:lstStyle/>
          <a:p>
            <a:r>
              <a:rPr lang="de-DE"/>
              <a:t>Mastertitelformat bearbeiten</a:t>
            </a:r>
          </a:p>
        </p:txBody>
      </p:sp>
      <p:sp>
        <p:nvSpPr>
          <p:cNvPr id="3" name="Vertikaler Textplatzhalter 2"/>
          <p:cNvSpPr>
            <a:spLocks noGrp="1"/>
          </p:cNvSpPr>
          <p:nvPr>
            <p:ph type="body" orient="vert" idx="1"/>
          </p:nvPr>
        </p:nvSpPr>
        <p:spPr>
          <a:xfrm>
            <a:off x="495785" y="178595"/>
            <a:ext cx="6569739" cy="5947172"/>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B4BD2F99-DCF8-9940-BD45-002C9C7E3B8D}" type="slidenum">
              <a:rPr lang="en-US"/>
              <a:pPr/>
              <a:t>‹Nr.›</a:t>
            </a:fld>
            <a:endParaRPr lang="en-US"/>
          </a:p>
        </p:txBody>
      </p:sp>
    </p:spTree>
    <p:extLst>
      <p:ext uri="{BB962C8B-B14F-4D97-AF65-F5344CB8AC3E}">
        <p14:creationId xmlns:p14="http://schemas.microsoft.com/office/powerpoint/2010/main" val="14569674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D2069019-5122-C84F-8C05-F7D06E7BCB58}" type="slidenum">
              <a:rPr lang="en-US"/>
              <a:pPr/>
              <a:t>‹Nr.›</a:t>
            </a:fld>
            <a:endParaRPr lang="en-US"/>
          </a:p>
        </p:txBody>
      </p:sp>
    </p:spTree>
    <p:extLst>
      <p:ext uri="{BB962C8B-B14F-4D97-AF65-F5344CB8AC3E}">
        <p14:creationId xmlns:p14="http://schemas.microsoft.com/office/powerpoint/2010/main" val="342537974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A2E6EB5B-3660-B846-9C2E-49BFEF2CB1B8}" type="slidenum">
              <a:rPr lang="en-US"/>
              <a:pPr/>
              <a:t>‹Nr.›</a:t>
            </a:fld>
            <a:endParaRPr lang="en-US"/>
          </a:p>
        </p:txBody>
      </p:sp>
    </p:spTree>
    <p:extLst>
      <p:ext uri="{BB962C8B-B14F-4D97-AF65-F5344CB8AC3E}">
        <p14:creationId xmlns:p14="http://schemas.microsoft.com/office/powerpoint/2010/main" val="423269496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BCA3D419-D066-A94F-9DB9-0734D5FE69F7}" type="slidenum">
              <a:rPr lang="en-US"/>
              <a:pPr/>
              <a:t>‹Nr.›</a:t>
            </a:fld>
            <a:endParaRPr lang="en-US"/>
          </a:p>
        </p:txBody>
      </p:sp>
    </p:spTree>
    <p:extLst>
      <p:ext uri="{BB962C8B-B14F-4D97-AF65-F5344CB8AC3E}">
        <p14:creationId xmlns:p14="http://schemas.microsoft.com/office/powerpoint/2010/main" val="2191100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967383" y="1946674"/>
            <a:ext cx="3927574"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3" y="1946674"/>
            <a:ext cx="3927574"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9872DC0B-B17A-7B4B-B53D-76C0D743C59E}" type="slidenum">
              <a:rPr lang="en-US"/>
              <a:pPr/>
              <a:t>‹Nr.›</a:t>
            </a:fld>
            <a:endParaRPr lang="en-US"/>
          </a:p>
        </p:txBody>
      </p:sp>
    </p:spTree>
    <p:extLst>
      <p:ext uri="{BB962C8B-B14F-4D97-AF65-F5344CB8AC3E}">
        <p14:creationId xmlns:p14="http://schemas.microsoft.com/office/powerpoint/2010/main" val="37631584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56EB4E03-C946-7045-BC1A-0B2CBE9A1146}" type="slidenum">
              <a:rPr lang="en-US"/>
              <a:pPr/>
              <a:t>‹Nr.›</a:t>
            </a:fld>
            <a:endParaRPr lang="en-US"/>
          </a:p>
        </p:txBody>
      </p:sp>
    </p:spTree>
    <p:extLst>
      <p:ext uri="{BB962C8B-B14F-4D97-AF65-F5344CB8AC3E}">
        <p14:creationId xmlns:p14="http://schemas.microsoft.com/office/powerpoint/2010/main" val="1254133017"/>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DFB48BDA-2582-104D-9E38-CA9418C0FE7F}" type="slidenum">
              <a:rPr lang="en-US"/>
              <a:pPr/>
              <a:t>‹Nr.›</a:t>
            </a:fld>
            <a:endParaRPr lang="en-US"/>
          </a:p>
        </p:txBody>
      </p:sp>
    </p:spTree>
    <p:extLst>
      <p:ext uri="{BB962C8B-B14F-4D97-AF65-F5344CB8AC3E}">
        <p14:creationId xmlns:p14="http://schemas.microsoft.com/office/powerpoint/2010/main" val="3395486792"/>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D042351F-1304-B943-BAC1-886EB0A65A70}" type="slidenum">
              <a:rPr lang="en-US"/>
              <a:pPr/>
              <a:t>‹Nr.›</a:t>
            </a:fld>
            <a:endParaRPr lang="en-US"/>
          </a:p>
        </p:txBody>
      </p:sp>
    </p:spTree>
    <p:extLst>
      <p:ext uri="{BB962C8B-B14F-4D97-AF65-F5344CB8AC3E}">
        <p14:creationId xmlns:p14="http://schemas.microsoft.com/office/powerpoint/2010/main" val="2412115429"/>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E626B35D-A8E8-164E-BF81-1A8C32EC07E4}" type="slidenum">
              <a:rPr lang="en-US"/>
              <a:pPr/>
              <a:t>‹Nr.›</a:t>
            </a:fld>
            <a:endParaRPr lang="en-US"/>
          </a:p>
        </p:txBody>
      </p:sp>
    </p:spTree>
    <p:extLst>
      <p:ext uri="{BB962C8B-B14F-4D97-AF65-F5344CB8AC3E}">
        <p14:creationId xmlns:p14="http://schemas.microsoft.com/office/powerpoint/2010/main" val="38123531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DEDF2D3E-5AE2-464A-AEBA-799295A7B384}" type="slidenum">
              <a:rPr lang="en-US"/>
              <a:pPr/>
              <a:t>‹Nr.›</a:t>
            </a:fld>
            <a:endParaRPr lang="en-US"/>
          </a:p>
        </p:txBody>
      </p:sp>
    </p:spTree>
    <p:extLst>
      <p:ext uri="{BB962C8B-B14F-4D97-AF65-F5344CB8AC3E}">
        <p14:creationId xmlns:p14="http://schemas.microsoft.com/office/powerpoint/2010/main" val="294646422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1395D4B0-264B-784D-8A95-D0BFEE26DCD4}" type="slidenum">
              <a:rPr lang="en-US"/>
              <a:pPr/>
              <a:t>‹Nr.›</a:t>
            </a:fld>
            <a:endParaRPr lang="en-US"/>
          </a:p>
        </p:txBody>
      </p:sp>
    </p:spTree>
    <p:extLst>
      <p:ext uri="{BB962C8B-B14F-4D97-AF65-F5344CB8AC3E}">
        <p14:creationId xmlns:p14="http://schemas.microsoft.com/office/powerpoint/2010/main" val="367467543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78595"/>
            <a:ext cx="1992809" cy="5786438"/>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78595"/>
            <a:ext cx="5862341" cy="57864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51CDC18A-D6B3-F84D-AEED-E47F39DE4DAC}" type="slidenum">
              <a:rPr lang="en-US"/>
              <a:pPr/>
              <a:t>‹Nr.›</a:t>
            </a:fld>
            <a:endParaRPr lang="en-US"/>
          </a:p>
        </p:txBody>
      </p:sp>
    </p:spTree>
    <p:extLst>
      <p:ext uri="{BB962C8B-B14F-4D97-AF65-F5344CB8AC3E}">
        <p14:creationId xmlns:p14="http://schemas.microsoft.com/office/powerpoint/2010/main" val="3665661586"/>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a:prstGeom prst="rect">
            <a:avLst/>
          </a:prstGeom>
        </p:spPr>
        <p:txBody>
          <a:bodyPr vert="horz" lIns="67346" tIns="33673" rIns="67346" bIns="33673"/>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2"/>
          <p:cNvSpPr txBox="1">
            <a:spLocks noGrp="1" noChangeArrowheads="1"/>
          </p:cNvSpPr>
          <p:nvPr>
            <p:ph type="sldNum" sz="quarter" idx="10"/>
          </p:nvPr>
        </p:nvSpPr>
        <p:spPr>
          <a:ln/>
        </p:spPr>
        <p:txBody>
          <a:bodyPr/>
          <a:lstStyle>
            <a:lvl1pPr>
              <a:defRPr/>
            </a:lvl1pPr>
          </a:lstStyle>
          <a:p>
            <a:fld id="{1C3B5178-3C6E-7548-9539-51B021B8F0AF}" type="slidenum">
              <a:rPr lang="en-US"/>
              <a:pPr/>
              <a:t>‹Nr.›</a:t>
            </a:fld>
            <a:endParaRPr lang="en-US"/>
          </a:p>
        </p:txBody>
      </p:sp>
    </p:spTree>
    <p:extLst>
      <p:ext uri="{BB962C8B-B14F-4D97-AF65-F5344CB8AC3E}">
        <p14:creationId xmlns:p14="http://schemas.microsoft.com/office/powerpoint/2010/main" val="387558126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495784" y="1600649"/>
            <a:ext cx="8914433" cy="4525119"/>
          </a:xfrm>
          <a:prstGeom prst="rect">
            <a:avLst/>
          </a:prstGeom>
        </p:spPr>
        <p:txBody>
          <a:bodyPr vert="horz"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D0EBC47F-3A3D-134A-9A02-DF040A2AECE0}" type="slidenum">
              <a:rPr lang="en-US"/>
              <a:pPr/>
              <a:t>‹Nr.›</a:t>
            </a:fld>
            <a:endParaRPr lang="en-US"/>
          </a:p>
        </p:txBody>
      </p:sp>
    </p:spTree>
    <p:extLst>
      <p:ext uri="{BB962C8B-B14F-4D97-AF65-F5344CB8AC3E}">
        <p14:creationId xmlns:p14="http://schemas.microsoft.com/office/powerpoint/2010/main" val="390268190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a:prstGeom prst="rect">
            <a:avLst/>
          </a:prstGeom>
        </p:spPr>
        <p:txBody>
          <a:bodyPr vert="horz" lIns="67346" tIns="33673" rIns="67346" bIns="33673"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2"/>
          <p:cNvSpPr txBox="1">
            <a:spLocks noGrp="1" noChangeArrowheads="1"/>
          </p:cNvSpPr>
          <p:nvPr>
            <p:ph type="sldNum" sz="quarter" idx="10"/>
          </p:nvPr>
        </p:nvSpPr>
        <p:spPr>
          <a:ln/>
        </p:spPr>
        <p:txBody>
          <a:bodyPr/>
          <a:lstStyle>
            <a:lvl1pPr>
              <a:defRPr/>
            </a:lvl1pPr>
          </a:lstStyle>
          <a:p>
            <a:fld id="{CEFF531D-6AFD-C943-96DD-BFA4B7A0D563}" type="slidenum">
              <a:rPr lang="en-US"/>
              <a:pPr/>
              <a:t>‹Nr.›</a:t>
            </a:fld>
            <a:endParaRPr lang="en-US"/>
          </a:p>
        </p:txBody>
      </p:sp>
    </p:spTree>
    <p:extLst>
      <p:ext uri="{BB962C8B-B14F-4D97-AF65-F5344CB8AC3E}">
        <p14:creationId xmlns:p14="http://schemas.microsoft.com/office/powerpoint/2010/main" val="320565664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95785"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4"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2"/>
          <p:cNvSpPr txBox="1">
            <a:spLocks noGrp="1" noChangeArrowheads="1"/>
          </p:cNvSpPr>
          <p:nvPr>
            <p:ph type="sldNum" sz="quarter" idx="10"/>
          </p:nvPr>
        </p:nvSpPr>
        <p:spPr>
          <a:ln/>
        </p:spPr>
        <p:txBody>
          <a:bodyPr/>
          <a:lstStyle>
            <a:lvl1pPr>
              <a:defRPr/>
            </a:lvl1pPr>
          </a:lstStyle>
          <a:p>
            <a:fld id="{31A1F98F-CB16-4346-81EF-5FBE84D0B20F}" type="slidenum">
              <a:rPr lang="en-US"/>
              <a:pPr/>
              <a:t>‹Nr.›</a:t>
            </a:fld>
            <a:endParaRPr lang="en-US"/>
          </a:p>
        </p:txBody>
      </p:sp>
    </p:spTree>
    <p:extLst>
      <p:ext uri="{BB962C8B-B14F-4D97-AF65-F5344CB8AC3E}">
        <p14:creationId xmlns:p14="http://schemas.microsoft.com/office/powerpoint/2010/main" val="323836847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2"/>
          <p:cNvSpPr txBox="1">
            <a:spLocks noGrp="1" noChangeArrowheads="1"/>
          </p:cNvSpPr>
          <p:nvPr>
            <p:ph type="sldNum" sz="quarter" idx="10"/>
          </p:nvPr>
        </p:nvSpPr>
        <p:spPr>
          <a:ln/>
        </p:spPr>
        <p:txBody>
          <a:bodyPr/>
          <a:lstStyle>
            <a:lvl1pPr>
              <a:defRPr/>
            </a:lvl1pPr>
          </a:lstStyle>
          <a:p>
            <a:fld id="{922F036E-17FE-8D40-BC2F-C0A8D4805C4F}" type="slidenum">
              <a:rPr lang="en-US"/>
              <a:pPr/>
              <a:t>‹Nr.›</a:t>
            </a:fld>
            <a:endParaRPr lang="en-US"/>
          </a:p>
        </p:txBody>
      </p:sp>
    </p:spTree>
    <p:extLst>
      <p:ext uri="{BB962C8B-B14F-4D97-AF65-F5344CB8AC3E}">
        <p14:creationId xmlns:p14="http://schemas.microsoft.com/office/powerpoint/2010/main" val="125973005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2"/>
          <p:cNvSpPr txBox="1">
            <a:spLocks noGrp="1" noChangeArrowheads="1"/>
          </p:cNvSpPr>
          <p:nvPr>
            <p:ph type="sldNum" sz="quarter" idx="10"/>
          </p:nvPr>
        </p:nvSpPr>
        <p:spPr>
          <a:ln/>
        </p:spPr>
        <p:txBody>
          <a:bodyPr/>
          <a:lstStyle>
            <a:lvl1pPr>
              <a:defRPr/>
            </a:lvl1pPr>
          </a:lstStyle>
          <a:p>
            <a:fld id="{A9F91134-7F82-F443-97BB-6397628EC3CF}" type="slidenum">
              <a:rPr lang="en-US"/>
              <a:pPr/>
              <a:t>‹Nr.›</a:t>
            </a:fld>
            <a:endParaRPr lang="en-US"/>
          </a:p>
        </p:txBody>
      </p:sp>
    </p:spTree>
    <p:extLst>
      <p:ext uri="{BB962C8B-B14F-4D97-AF65-F5344CB8AC3E}">
        <p14:creationId xmlns:p14="http://schemas.microsoft.com/office/powerpoint/2010/main" val="293004478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fld id="{FC8BE375-AEDD-4C42-9AB6-C4FA1A4E0652}" type="slidenum">
              <a:rPr lang="en-US"/>
              <a:pPr/>
              <a:t>‹Nr.›</a:t>
            </a:fld>
            <a:endParaRPr lang="en-US"/>
          </a:p>
        </p:txBody>
      </p:sp>
    </p:spTree>
    <p:extLst>
      <p:ext uri="{BB962C8B-B14F-4D97-AF65-F5344CB8AC3E}">
        <p14:creationId xmlns:p14="http://schemas.microsoft.com/office/powerpoint/2010/main" val="3557043725"/>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a:prstGeom prst="rect">
            <a:avLst/>
          </a:prstGeom>
        </p:spPr>
        <p:txBody>
          <a:bodyPr vert="horz" lIns="67346" tIns="33673" rIns="67346" bIns="33673"/>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B9CFC4D8-53D7-CC44-823B-AC552F71C3F7}" type="slidenum">
              <a:rPr lang="en-US"/>
              <a:pPr/>
              <a:t>‹Nr.›</a:t>
            </a:fld>
            <a:endParaRPr lang="en-US"/>
          </a:p>
        </p:txBody>
      </p:sp>
    </p:spTree>
    <p:extLst>
      <p:ext uri="{BB962C8B-B14F-4D97-AF65-F5344CB8AC3E}">
        <p14:creationId xmlns:p14="http://schemas.microsoft.com/office/powerpoint/2010/main" val="238951971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a:prstGeom prst="rect">
            <a:avLst/>
          </a:prstGeom>
        </p:spPr>
        <p:txBody>
          <a:bodyPr vert="horz" lIns="67346" tIns="33673" rIns="67346" bIns="33673"/>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41628D06-BD08-E144-A903-A4F009843BAA}" type="slidenum">
              <a:rPr lang="en-US"/>
              <a:pPr/>
              <a:t>‹Nr.›</a:t>
            </a:fld>
            <a:endParaRPr lang="en-US"/>
          </a:p>
        </p:txBody>
      </p:sp>
    </p:spTree>
    <p:extLst>
      <p:ext uri="{BB962C8B-B14F-4D97-AF65-F5344CB8AC3E}">
        <p14:creationId xmlns:p14="http://schemas.microsoft.com/office/powerpoint/2010/main" val="29398302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a:xfrm>
            <a:off x="495784" y="1600649"/>
            <a:ext cx="8914433"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533A433F-A08F-124A-AB40-9E49CFE73302}" type="slidenum">
              <a:rPr lang="en-US"/>
              <a:pPr/>
              <a:t>‹Nr.›</a:t>
            </a:fld>
            <a:endParaRPr lang="en-US"/>
          </a:p>
        </p:txBody>
      </p:sp>
    </p:spTree>
    <p:extLst>
      <p:ext uri="{BB962C8B-B14F-4D97-AF65-F5344CB8AC3E}">
        <p14:creationId xmlns:p14="http://schemas.microsoft.com/office/powerpoint/2010/main" val="2736632080"/>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1600649"/>
            <a:ext cx="2228608" cy="4525119"/>
          </a:xfrm>
        </p:spPr>
        <p:txBody>
          <a:bodyPr vert="eaVert"/>
          <a:lstStyle/>
          <a:p>
            <a:r>
              <a:rPr lang="de-DE"/>
              <a:t>Mastertitelformat bearbeiten</a:t>
            </a:r>
          </a:p>
        </p:txBody>
      </p:sp>
      <p:sp>
        <p:nvSpPr>
          <p:cNvPr id="3" name="Vertikaler Textplatzhalter 2"/>
          <p:cNvSpPr>
            <a:spLocks noGrp="1"/>
          </p:cNvSpPr>
          <p:nvPr>
            <p:ph type="body" orient="vert" idx="1"/>
          </p:nvPr>
        </p:nvSpPr>
        <p:spPr>
          <a:xfrm>
            <a:off x="495785" y="1600649"/>
            <a:ext cx="6569739"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5CF6F156-03C5-E640-8920-A96561352865}" type="slidenum">
              <a:rPr lang="en-US"/>
              <a:pPr/>
              <a:t>‹Nr.›</a:t>
            </a:fld>
            <a:endParaRPr lang="en-US"/>
          </a:p>
        </p:txBody>
      </p:sp>
    </p:spTree>
    <p:extLst>
      <p:ext uri="{BB962C8B-B14F-4D97-AF65-F5344CB8AC3E}">
        <p14:creationId xmlns:p14="http://schemas.microsoft.com/office/powerpoint/2010/main" val="4146419235"/>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CFBA58F4-5406-F146-A193-6BF44ED68037}" type="slidenum">
              <a:rPr lang="en-US"/>
              <a:pPr/>
              <a:t>‹Nr.›</a:t>
            </a:fld>
            <a:endParaRPr lang="en-US"/>
          </a:p>
        </p:txBody>
      </p:sp>
    </p:spTree>
    <p:extLst>
      <p:ext uri="{BB962C8B-B14F-4D97-AF65-F5344CB8AC3E}">
        <p14:creationId xmlns:p14="http://schemas.microsoft.com/office/powerpoint/2010/main" val="303072730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ED0AAFDE-9E63-A440-8D92-096F2C324A1D}" type="slidenum">
              <a:rPr lang="en-US"/>
              <a:pPr/>
              <a:t>‹Nr.›</a:t>
            </a:fld>
            <a:endParaRPr lang="en-US"/>
          </a:p>
        </p:txBody>
      </p:sp>
    </p:spTree>
    <p:extLst>
      <p:ext uri="{BB962C8B-B14F-4D97-AF65-F5344CB8AC3E}">
        <p14:creationId xmlns:p14="http://schemas.microsoft.com/office/powerpoint/2010/main" val="392068693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C771F1F2-D4B9-8D43-B3BC-94ACC55C4068}" type="slidenum">
              <a:rPr lang="en-US"/>
              <a:pPr/>
              <a:t>‹Nr.›</a:t>
            </a:fld>
            <a:endParaRPr lang="en-US"/>
          </a:p>
        </p:txBody>
      </p:sp>
    </p:spTree>
    <p:extLst>
      <p:ext uri="{BB962C8B-B14F-4D97-AF65-F5344CB8AC3E}">
        <p14:creationId xmlns:p14="http://schemas.microsoft.com/office/powerpoint/2010/main" val="350988118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967383" y="3536157"/>
            <a:ext cx="3927574" cy="794742"/>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3" y="3536157"/>
            <a:ext cx="3927574" cy="794742"/>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024C7D99-921E-3B44-A675-4ED77F1FDA3A}" type="slidenum">
              <a:rPr lang="en-US"/>
              <a:pPr/>
              <a:t>‹Nr.›</a:t>
            </a:fld>
            <a:endParaRPr lang="en-US"/>
          </a:p>
        </p:txBody>
      </p:sp>
    </p:spTree>
    <p:extLst>
      <p:ext uri="{BB962C8B-B14F-4D97-AF65-F5344CB8AC3E}">
        <p14:creationId xmlns:p14="http://schemas.microsoft.com/office/powerpoint/2010/main" val="103316727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21712ABE-80D9-5240-A451-E5C4EA9F0D10}" type="slidenum">
              <a:rPr lang="en-US"/>
              <a:pPr/>
              <a:t>‹Nr.›</a:t>
            </a:fld>
            <a:endParaRPr lang="en-US"/>
          </a:p>
        </p:txBody>
      </p:sp>
    </p:spTree>
    <p:extLst>
      <p:ext uri="{BB962C8B-B14F-4D97-AF65-F5344CB8AC3E}">
        <p14:creationId xmlns:p14="http://schemas.microsoft.com/office/powerpoint/2010/main" val="16442196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DCC790F4-7020-BD40-9931-8C2E32E2F80B}" type="slidenum">
              <a:rPr lang="en-US"/>
              <a:pPr/>
              <a:t>‹Nr.›</a:t>
            </a:fld>
            <a:endParaRPr lang="en-US"/>
          </a:p>
        </p:txBody>
      </p:sp>
    </p:spTree>
    <p:extLst>
      <p:ext uri="{BB962C8B-B14F-4D97-AF65-F5344CB8AC3E}">
        <p14:creationId xmlns:p14="http://schemas.microsoft.com/office/powerpoint/2010/main" val="183697226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B669DD91-7465-7D49-BF48-314A1D9CEFD2}" type="slidenum">
              <a:rPr lang="en-US"/>
              <a:pPr/>
              <a:t>‹Nr.›</a:t>
            </a:fld>
            <a:endParaRPr lang="en-US"/>
          </a:p>
        </p:txBody>
      </p:sp>
    </p:spTree>
    <p:extLst>
      <p:ext uri="{BB962C8B-B14F-4D97-AF65-F5344CB8AC3E}">
        <p14:creationId xmlns:p14="http://schemas.microsoft.com/office/powerpoint/2010/main" val="229746533"/>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1E6B9BCB-45A0-F44B-88E7-BB9F00BFB8FF}" type="slidenum">
              <a:rPr lang="en-US"/>
              <a:pPr/>
              <a:t>‹Nr.›</a:t>
            </a:fld>
            <a:endParaRPr lang="en-US"/>
          </a:p>
        </p:txBody>
      </p:sp>
    </p:spTree>
    <p:extLst>
      <p:ext uri="{BB962C8B-B14F-4D97-AF65-F5344CB8AC3E}">
        <p14:creationId xmlns:p14="http://schemas.microsoft.com/office/powerpoint/2010/main" val="769932001"/>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D9F75057-D446-D344-956D-FD87EF416E23}" type="slidenum">
              <a:rPr lang="en-US"/>
              <a:pPr/>
              <a:t>‹Nr.›</a:t>
            </a:fld>
            <a:endParaRPr lang="en-US"/>
          </a:p>
        </p:txBody>
      </p:sp>
    </p:spTree>
    <p:extLst>
      <p:ext uri="{BB962C8B-B14F-4D97-AF65-F5344CB8AC3E}">
        <p14:creationId xmlns:p14="http://schemas.microsoft.com/office/powerpoint/2010/main" val="2542961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9B1AAB71-3937-254E-9D07-7EA1E84FA836}" type="slidenum">
              <a:rPr lang="en-US"/>
              <a:pPr/>
              <a:t>‹Nr.›</a:t>
            </a:fld>
            <a:endParaRPr lang="en-US"/>
          </a:p>
        </p:txBody>
      </p:sp>
    </p:spTree>
    <p:extLst>
      <p:ext uri="{BB962C8B-B14F-4D97-AF65-F5344CB8AC3E}">
        <p14:creationId xmlns:p14="http://schemas.microsoft.com/office/powerpoint/2010/main" val="2366127147"/>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151931"/>
            <a:ext cx="1992809" cy="3178969"/>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151931"/>
            <a:ext cx="5862341" cy="3178969"/>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F6871A3D-C1A3-3541-82D0-4584ABBE2D59}" type="slidenum">
              <a:rPr lang="en-US"/>
              <a:pPr/>
              <a:t>‹Nr.›</a:t>
            </a:fld>
            <a:endParaRPr lang="en-US"/>
          </a:p>
        </p:txBody>
      </p:sp>
    </p:spTree>
    <p:extLst>
      <p:ext uri="{BB962C8B-B14F-4D97-AF65-F5344CB8AC3E}">
        <p14:creationId xmlns:p14="http://schemas.microsoft.com/office/powerpoint/2010/main" val="3107944594"/>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a:prstGeom prst="rect">
            <a:avLst/>
          </a:prstGeom>
        </p:spPr>
        <p:txBody>
          <a:bodyPr vert="horz" lIns="67346" tIns="33673" rIns="67346" bIns="33673"/>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2"/>
          <p:cNvSpPr txBox="1">
            <a:spLocks noGrp="1" noChangeArrowheads="1"/>
          </p:cNvSpPr>
          <p:nvPr>
            <p:ph type="sldNum" sz="quarter" idx="10"/>
          </p:nvPr>
        </p:nvSpPr>
        <p:spPr>
          <a:ln/>
        </p:spPr>
        <p:txBody>
          <a:bodyPr/>
          <a:lstStyle>
            <a:lvl1pPr>
              <a:defRPr/>
            </a:lvl1pPr>
          </a:lstStyle>
          <a:p>
            <a:fld id="{A4353FFA-4717-5D45-9F75-DBFFAC81DB29}" type="slidenum">
              <a:rPr lang="en-US"/>
              <a:pPr/>
              <a:t>‹Nr.›</a:t>
            </a:fld>
            <a:endParaRPr lang="en-US"/>
          </a:p>
        </p:txBody>
      </p:sp>
    </p:spTree>
    <p:extLst>
      <p:ext uri="{BB962C8B-B14F-4D97-AF65-F5344CB8AC3E}">
        <p14:creationId xmlns:p14="http://schemas.microsoft.com/office/powerpoint/2010/main" val="255594496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495784" y="1600649"/>
            <a:ext cx="8914433" cy="4525119"/>
          </a:xfrm>
          <a:prstGeom prst="rect">
            <a:avLst/>
          </a:prstGeom>
        </p:spPr>
        <p:txBody>
          <a:bodyPr vert="horz"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6EE57047-D1CF-9448-AF39-43EAA5AF581B}" type="slidenum">
              <a:rPr lang="en-US"/>
              <a:pPr/>
              <a:t>‹Nr.›</a:t>
            </a:fld>
            <a:endParaRPr lang="en-US"/>
          </a:p>
        </p:txBody>
      </p:sp>
    </p:spTree>
    <p:extLst>
      <p:ext uri="{BB962C8B-B14F-4D97-AF65-F5344CB8AC3E}">
        <p14:creationId xmlns:p14="http://schemas.microsoft.com/office/powerpoint/2010/main" val="8986765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a:prstGeom prst="rect">
            <a:avLst/>
          </a:prstGeom>
        </p:spPr>
        <p:txBody>
          <a:bodyPr vert="horz" lIns="67346" tIns="33673" rIns="67346" bIns="33673"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2"/>
          <p:cNvSpPr txBox="1">
            <a:spLocks noGrp="1" noChangeArrowheads="1"/>
          </p:cNvSpPr>
          <p:nvPr>
            <p:ph type="sldNum" sz="quarter" idx="10"/>
          </p:nvPr>
        </p:nvSpPr>
        <p:spPr>
          <a:ln/>
        </p:spPr>
        <p:txBody>
          <a:bodyPr/>
          <a:lstStyle>
            <a:lvl1pPr>
              <a:defRPr/>
            </a:lvl1pPr>
          </a:lstStyle>
          <a:p>
            <a:fld id="{19919664-3EFA-3D43-9381-00A3E6AF3D38}" type="slidenum">
              <a:rPr lang="en-US"/>
              <a:pPr/>
              <a:t>‹Nr.›</a:t>
            </a:fld>
            <a:endParaRPr lang="en-US"/>
          </a:p>
        </p:txBody>
      </p:sp>
    </p:spTree>
    <p:extLst>
      <p:ext uri="{BB962C8B-B14F-4D97-AF65-F5344CB8AC3E}">
        <p14:creationId xmlns:p14="http://schemas.microsoft.com/office/powerpoint/2010/main" val="33562438"/>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95785"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4"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2"/>
          <p:cNvSpPr txBox="1">
            <a:spLocks noGrp="1" noChangeArrowheads="1"/>
          </p:cNvSpPr>
          <p:nvPr>
            <p:ph type="sldNum" sz="quarter" idx="10"/>
          </p:nvPr>
        </p:nvSpPr>
        <p:spPr>
          <a:ln/>
        </p:spPr>
        <p:txBody>
          <a:bodyPr/>
          <a:lstStyle>
            <a:lvl1pPr>
              <a:defRPr/>
            </a:lvl1pPr>
          </a:lstStyle>
          <a:p>
            <a:fld id="{46FF0708-AB89-C649-BE4C-256F053A2526}" type="slidenum">
              <a:rPr lang="en-US"/>
              <a:pPr/>
              <a:t>‹Nr.›</a:t>
            </a:fld>
            <a:endParaRPr lang="en-US"/>
          </a:p>
        </p:txBody>
      </p:sp>
    </p:spTree>
    <p:extLst>
      <p:ext uri="{BB962C8B-B14F-4D97-AF65-F5344CB8AC3E}">
        <p14:creationId xmlns:p14="http://schemas.microsoft.com/office/powerpoint/2010/main" val="318734715"/>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2"/>
          <p:cNvSpPr txBox="1">
            <a:spLocks noGrp="1" noChangeArrowheads="1"/>
          </p:cNvSpPr>
          <p:nvPr>
            <p:ph type="sldNum" sz="quarter" idx="10"/>
          </p:nvPr>
        </p:nvSpPr>
        <p:spPr>
          <a:ln/>
        </p:spPr>
        <p:txBody>
          <a:bodyPr/>
          <a:lstStyle>
            <a:lvl1pPr>
              <a:defRPr/>
            </a:lvl1pPr>
          </a:lstStyle>
          <a:p>
            <a:fld id="{DD21061A-284D-5D46-8688-1B7C69872AEB}" type="slidenum">
              <a:rPr lang="en-US"/>
              <a:pPr/>
              <a:t>‹Nr.›</a:t>
            </a:fld>
            <a:endParaRPr lang="en-US"/>
          </a:p>
        </p:txBody>
      </p:sp>
    </p:spTree>
    <p:extLst>
      <p:ext uri="{BB962C8B-B14F-4D97-AF65-F5344CB8AC3E}">
        <p14:creationId xmlns:p14="http://schemas.microsoft.com/office/powerpoint/2010/main" val="12641282"/>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2"/>
          <p:cNvSpPr txBox="1">
            <a:spLocks noGrp="1" noChangeArrowheads="1"/>
          </p:cNvSpPr>
          <p:nvPr>
            <p:ph type="sldNum" sz="quarter" idx="10"/>
          </p:nvPr>
        </p:nvSpPr>
        <p:spPr>
          <a:ln/>
        </p:spPr>
        <p:txBody>
          <a:bodyPr/>
          <a:lstStyle>
            <a:lvl1pPr>
              <a:defRPr/>
            </a:lvl1pPr>
          </a:lstStyle>
          <a:p>
            <a:fld id="{1DDDF5ED-545E-754D-B670-F796535BB2C5}" type="slidenum">
              <a:rPr lang="en-US"/>
              <a:pPr/>
              <a:t>‹Nr.›</a:t>
            </a:fld>
            <a:endParaRPr lang="en-US"/>
          </a:p>
        </p:txBody>
      </p:sp>
    </p:spTree>
    <p:extLst>
      <p:ext uri="{BB962C8B-B14F-4D97-AF65-F5344CB8AC3E}">
        <p14:creationId xmlns:p14="http://schemas.microsoft.com/office/powerpoint/2010/main" val="3865026322"/>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fld id="{102C52F8-CCFD-D940-AA77-D4B6CF80DC23}" type="slidenum">
              <a:rPr lang="en-US"/>
              <a:pPr/>
              <a:t>‹Nr.›</a:t>
            </a:fld>
            <a:endParaRPr lang="en-US"/>
          </a:p>
        </p:txBody>
      </p:sp>
    </p:spTree>
    <p:extLst>
      <p:ext uri="{BB962C8B-B14F-4D97-AF65-F5344CB8AC3E}">
        <p14:creationId xmlns:p14="http://schemas.microsoft.com/office/powerpoint/2010/main" val="1860823798"/>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a:prstGeom prst="rect">
            <a:avLst/>
          </a:prstGeom>
        </p:spPr>
        <p:txBody>
          <a:bodyPr vert="horz" lIns="67346" tIns="33673" rIns="67346" bIns="33673"/>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D18297D8-8B1D-9546-BA47-15463DB3FB95}" type="slidenum">
              <a:rPr lang="en-US"/>
              <a:pPr/>
              <a:t>‹Nr.›</a:t>
            </a:fld>
            <a:endParaRPr lang="en-US"/>
          </a:p>
        </p:txBody>
      </p:sp>
    </p:spTree>
    <p:extLst>
      <p:ext uri="{BB962C8B-B14F-4D97-AF65-F5344CB8AC3E}">
        <p14:creationId xmlns:p14="http://schemas.microsoft.com/office/powerpoint/2010/main" val="3091488905"/>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a:prstGeom prst="rect">
            <a:avLst/>
          </a:prstGeom>
        </p:spPr>
        <p:txBody>
          <a:bodyPr vert="horz" lIns="67346" tIns="33673" rIns="67346" bIns="33673"/>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2BCE31C4-0591-0F49-A3B6-CC20EC64121A}" type="slidenum">
              <a:rPr lang="en-US"/>
              <a:pPr/>
              <a:t>‹Nr.›</a:t>
            </a:fld>
            <a:endParaRPr lang="en-US"/>
          </a:p>
        </p:txBody>
      </p:sp>
    </p:spTree>
    <p:extLst>
      <p:ext uri="{BB962C8B-B14F-4D97-AF65-F5344CB8AC3E}">
        <p14:creationId xmlns:p14="http://schemas.microsoft.com/office/powerpoint/2010/main" val="3633577707"/>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a:xfrm>
            <a:off x="495784" y="1600649"/>
            <a:ext cx="8914433"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AC47B44E-130E-724E-8A0C-6CCD101C8536}" type="slidenum">
              <a:rPr lang="en-US"/>
              <a:pPr/>
              <a:t>‹Nr.›</a:t>
            </a:fld>
            <a:endParaRPr lang="en-US"/>
          </a:p>
        </p:txBody>
      </p:sp>
    </p:spTree>
    <p:extLst>
      <p:ext uri="{BB962C8B-B14F-4D97-AF65-F5344CB8AC3E}">
        <p14:creationId xmlns:p14="http://schemas.microsoft.com/office/powerpoint/2010/main" val="1558333359"/>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1600648"/>
            <a:ext cx="2228608" cy="4775150"/>
          </a:xfrm>
        </p:spPr>
        <p:txBody>
          <a:bodyPr vert="eaVert"/>
          <a:lstStyle/>
          <a:p>
            <a:r>
              <a:rPr lang="de-DE"/>
              <a:t>Mastertitelformat bearbeiten</a:t>
            </a:r>
          </a:p>
        </p:txBody>
      </p:sp>
      <p:sp>
        <p:nvSpPr>
          <p:cNvPr id="3" name="Vertikaler Textplatzhalter 2"/>
          <p:cNvSpPr>
            <a:spLocks noGrp="1"/>
          </p:cNvSpPr>
          <p:nvPr>
            <p:ph type="body" orient="vert" idx="1"/>
          </p:nvPr>
        </p:nvSpPr>
        <p:spPr>
          <a:xfrm>
            <a:off x="495785" y="1600648"/>
            <a:ext cx="6569739" cy="4775150"/>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58268627-EFF7-F345-842A-5C7AF237A17D}" type="slidenum">
              <a:rPr lang="en-US"/>
              <a:pPr/>
              <a:t>‹Nr.›</a:t>
            </a:fld>
            <a:endParaRPr lang="en-US"/>
          </a:p>
        </p:txBody>
      </p:sp>
    </p:spTree>
    <p:extLst>
      <p:ext uri="{BB962C8B-B14F-4D97-AF65-F5344CB8AC3E}">
        <p14:creationId xmlns:p14="http://schemas.microsoft.com/office/powerpoint/2010/main" val="997951778"/>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a:prstGeom prst="rect">
            <a:avLst/>
          </a:prstGeom>
        </p:spPr>
        <p:txBody>
          <a:bodyPr vert="horz" lIns="67346" tIns="33673" rIns="67346" bIns="33673"/>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2"/>
          <p:cNvSpPr txBox="1">
            <a:spLocks noGrp="1" noChangeArrowheads="1"/>
          </p:cNvSpPr>
          <p:nvPr>
            <p:ph type="sldNum" sz="quarter" idx="10"/>
          </p:nvPr>
        </p:nvSpPr>
        <p:spPr>
          <a:ln/>
        </p:spPr>
        <p:txBody>
          <a:bodyPr/>
          <a:lstStyle>
            <a:lvl1pPr>
              <a:defRPr/>
            </a:lvl1pPr>
          </a:lstStyle>
          <a:p>
            <a:fld id="{99AF985C-D737-D84E-BBC4-4301AFAF2725}" type="slidenum">
              <a:rPr lang="en-US"/>
              <a:pPr/>
              <a:t>‹Nr.›</a:t>
            </a:fld>
            <a:endParaRPr lang="en-US"/>
          </a:p>
        </p:txBody>
      </p:sp>
    </p:spTree>
    <p:extLst>
      <p:ext uri="{BB962C8B-B14F-4D97-AF65-F5344CB8AC3E}">
        <p14:creationId xmlns:p14="http://schemas.microsoft.com/office/powerpoint/2010/main" val="4043443627"/>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495784" y="1600649"/>
            <a:ext cx="8914433" cy="4525119"/>
          </a:xfrm>
          <a:prstGeom prst="rect">
            <a:avLst/>
          </a:prstGeom>
        </p:spPr>
        <p:txBody>
          <a:bodyPr vert="horz"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9B22D1AF-C7C0-6D49-BE41-5430246E9048}" type="slidenum">
              <a:rPr lang="en-US"/>
              <a:pPr/>
              <a:t>‹Nr.›</a:t>
            </a:fld>
            <a:endParaRPr lang="en-US"/>
          </a:p>
        </p:txBody>
      </p:sp>
    </p:spTree>
    <p:extLst>
      <p:ext uri="{BB962C8B-B14F-4D97-AF65-F5344CB8AC3E}">
        <p14:creationId xmlns:p14="http://schemas.microsoft.com/office/powerpoint/2010/main" val="148406559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a:prstGeom prst="rect">
            <a:avLst/>
          </a:prstGeom>
        </p:spPr>
        <p:txBody>
          <a:bodyPr vert="horz" lIns="67346" tIns="33673" rIns="67346" bIns="33673"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2"/>
          <p:cNvSpPr txBox="1">
            <a:spLocks noGrp="1" noChangeArrowheads="1"/>
          </p:cNvSpPr>
          <p:nvPr>
            <p:ph type="sldNum" sz="quarter" idx="10"/>
          </p:nvPr>
        </p:nvSpPr>
        <p:spPr>
          <a:ln/>
        </p:spPr>
        <p:txBody>
          <a:bodyPr/>
          <a:lstStyle>
            <a:lvl1pPr>
              <a:defRPr/>
            </a:lvl1pPr>
          </a:lstStyle>
          <a:p>
            <a:fld id="{B9A1AFF3-5696-7849-84F8-C27F5C07C2A1}" type="slidenum">
              <a:rPr lang="en-US"/>
              <a:pPr/>
              <a:t>‹Nr.›</a:t>
            </a:fld>
            <a:endParaRPr lang="en-US"/>
          </a:p>
        </p:txBody>
      </p:sp>
    </p:spTree>
    <p:extLst>
      <p:ext uri="{BB962C8B-B14F-4D97-AF65-F5344CB8AC3E}">
        <p14:creationId xmlns:p14="http://schemas.microsoft.com/office/powerpoint/2010/main" val="3069680267"/>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95785"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4"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2"/>
          <p:cNvSpPr txBox="1">
            <a:spLocks noGrp="1" noChangeArrowheads="1"/>
          </p:cNvSpPr>
          <p:nvPr>
            <p:ph type="sldNum" sz="quarter" idx="10"/>
          </p:nvPr>
        </p:nvSpPr>
        <p:spPr>
          <a:ln/>
        </p:spPr>
        <p:txBody>
          <a:bodyPr/>
          <a:lstStyle>
            <a:lvl1pPr>
              <a:defRPr/>
            </a:lvl1pPr>
          </a:lstStyle>
          <a:p>
            <a:fld id="{45FA94C5-D5E4-6343-BCFE-A9C07B5ECBC7}" type="slidenum">
              <a:rPr lang="en-US"/>
              <a:pPr/>
              <a:t>‹Nr.›</a:t>
            </a:fld>
            <a:endParaRPr lang="en-US"/>
          </a:p>
        </p:txBody>
      </p:sp>
    </p:spTree>
    <p:extLst>
      <p:ext uri="{BB962C8B-B14F-4D97-AF65-F5344CB8AC3E}">
        <p14:creationId xmlns:p14="http://schemas.microsoft.com/office/powerpoint/2010/main" val="4253549376"/>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2"/>
          <p:cNvSpPr txBox="1">
            <a:spLocks noGrp="1" noChangeArrowheads="1"/>
          </p:cNvSpPr>
          <p:nvPr>
            <p:ph type="sldNum" sz="quarter" idx="10"/>
          </p:nvPr>
        </p:nvSpPr>
        <p:spPr>
          <a:ln/>
        </p:spPr>
        <p:txBody>
          <a:bodyPr/>
          <a:lstStyle>
            <a:lvl1pPr>
              <a:defRPr/>
            </a:lvl1pPr>
          </a:lstStyle>
          <a:p>
            <a:fld id="{1A387168-11D7-494F-9BF6-B3A6837D2E49}" type="slidenum">
              <a:rPr lang="en-US"/>
              <a:pPr/>
              <a:t>‹Nr.›</a:t>
            </a:fld>
            <a:endParaRPr lang="en-US"/>
          </a:p>
        </p:txBody>
      </p:sp>
    </p:spTree>
    <p:extLst>
      <p:ext uri="{BB962C8B-B14F-4D97-AF65-F5344CB8AC3E}">
        <p14:creationId xmlns:p14="http://schemas.microsoft.com/office/powerpoint/2010/main" val="2679189430"/>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2"/>
          <p:cNvSpPr txBox="1">
            <a:spLocks noGrp="1" noChangeArrowheads="1"/>
          </p:cNvSpPr>
          <p:nvPr>
            <p:ph type="sldNum" sz="quarter" idx="10"/>
          </p:nvPr>
        </p:nvSpPr>
        <p:spPr>
          <a:ln/>
        </p:spPr>
        <p:txBody>
          <a:bodyPr/>
          <a:lstStyle>
            <a:lvl1pPr>
              <a:defRPr/>
            </a:lvl1pPr>
          </a:lstStyle>
          <a:p>
            <a:fld id="{EACD5AEF-C6C4-AD40-AF25-B920EA6C8200}" type="slidenum">
              <a:rPr lang="en-US"/>
              <a:pPr/>
              <a:t>‹Nr.›</a:t>
            </a:fld>
            <a:endParaRPr lang="en-US"/>
          </a:p>
        </p:txBody>
      </p:sp>
    </p:spTree>
    <p:extLst>
      <p:ext uri="{BB962C8B-B14F-4D97-AF65-F5344CB8AC3E}">
        <p14:creationId xmlns:p14="http://schemas.microsoft.com/office/powerpoint/2010/main" val="1310823387"/>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fld id="{B82CA834-28F8-AF4F-80C4-642B4243A54E}" type="slidenum">
              <a:rPr lang="en-US"/>
              <a:pPr/>
              <a:t>‹Nr.›</a:t>
            </a:fld>
            <a:endParaRPr lang="en-US"/>
          </a:p>
        </p:txBody>
      </p:sp>
    </p:spTree>
    <p:extLst>
      <p:ext uri="{BB962C8B-B14F-4D97-AF65-F5344CB8AC3E}">
        <p14:creationId xmlns:p14="http://schemas.microsoft.com/office/powerpoint/2010/main" val="1090284776"/>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a:prstGeom prst="rect">
            <a:avLst/>
          </a:prstGeom>
        </p:spPr>
        <p:txBody>
          <a:bodyPr vert="horz" lIns="67346" tIns="33673" rIns="67346" bIns="33673"/>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CD85FAE5-ECFB-0A4E-9A75-3EAA104E6B0A}" type="slidenum">
              <a:rPr lang="en-US"/>
              <a:pPr/>
              <a:t>‹Nr.›</a:t>
            </a:fld>
            <a:endParaRPr lang="en-US"/>
          </a:p>
        </p:txBody>
      </p:sp>
    </p:spTree>
    <p:extLst>
      <p:ext uri="{BB962C8B-B14F-4D97-AF65-F5344CB8AC3E}">
        <p14:creationId xmlns:p14="http://schemas.microsoft.com/office/powerpoint/2010/main" val="2876875368"/>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a:prstGeom prst="rect">
            <a:avLst/>
          </a:prstGeom>
        </p:spPr>
        <p:txBody>
          <a:bodyPr vert="horz" lIns="67346" tIns="33673" rIns="67346" bIns="33673"/>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A18F49DA-36D2-4245-BA0A-1D34CA613E5D}" type="slidenum">
              <a:rPr lang="en-US"/>
              <a:pPr/>
              <a:t>‹Nr.›</a:t>
            </a:fld>
            <a:endParaRPr lang="en-US"/>
          </a:p>
        </p:txBody>
      </p:sp>
    </p:spTree>
    <p:extLst>
      <p:ext uri="{BB962C8B-B14F-4D97-AF65-F5344CB8AC3E}">
        <p14:creationId xmlns:p14="http://schemas.microsoft.com/office/powerpoint/2010/main" val="2577076059"/>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a:xfrm>
            <a:off x="495784" y="1600649"/>
            <a:ext cx="8914433"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90733AFB-D7E1-3D48-ACEC-27DA6381B63F}" type="slidenum">
              <a:rPr lang="en-US"/>
              <a:pPr/>
              <a:t>‹Nr.›</a:t>
            </a:fld>
            <a:endParaRPr lang="en-US"/>
          </a:p>
        </p:txBody>
      </p:sp>
    </p:spTree>
    <p:extLst>
      <p:ext uri="{BB962C8B-B14F-4D97-AF65-F5344CB8AC3E}">
        <p14:creationId xmlns:p14="http://schemas.microsoft.com/office/powerpoint/2010/main" val="242269880"/>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1600648"/>
            <a:ext cx="2228608" cy="4775150"/>
          </a:xfrm>
        </p:spPr>
        <p:txBody>
          <a:bodyPr vert="eaVert"/>
          <a:lstStyle/>
          <a:p>
            <a:r>
              <a:rPr lang="de-DE"/>
              <a:t>Mastertitelformat bearbeiten</a:t>
            </a:r>
          </a:p>
        </p:txBody>
      </p:sp>
      <p:sp>
        <p:nvSpPr>
          <p:cNvPr id="3" name="Vertikaler Textplatzhalter 2"/>
          <p:cNvSpPr>
            <a:spLocks noGrp="1"/>
          </p:cNvSpPr>
          <p:nvPr>
            <p:ph type="body" orient="vert" idx="1"/>
          </p:nvPr>
        </p:nvSpPr>
        <p:spPr>
          <a:xfrm>
            <a:off x="495785" y="1600648"/>
            <a:ext cx="6569739" cy="4775150"/>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60B93887-3283-6047-9659-F68BCD56E9FE}" type="slidenum">
              <a:rPr lang="en-US"/>
              <a:pPr/>
              <a:t>‹Nr.›</a:t>
            </a:fld>
            <a:endParaRPr lang="en-US"/>
          </a:p>
        </p:txBody>
      </p:sp>
    </p:spTree>
    <p:extLst>
      <p:ext uri="{BB962C8B-B14F-4D97-AF65-F5344CB8AC3E}">
        <p14:creationId xmlns:p14="http://schemas.microsoft.com/office/powerpoint/2010/main" val="793749400"/>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5BD49AB3-6929-A240-A74D-8F2AB6E66365}" type="slidenum">
              <a:rPr lang="en-US"/>
              <a:pPr/>
              <a:t>‹Nr.›</a:t>
            </a:fld>
            <a:endParaRPr lang="en-US"/>
          </a:p>
        </p:txBody>
      </p:sp>
    </p:spTree>
    <p:extLst>
      <p:ext uri="{BB962C8B-B14F-4D97-AF65-F5344CB8AC3E}">
        <p14:creationId xmlns:p14="http://schemas.microsoft.com/office/powerpoint/2010/main" val="2576887439"/>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61991AB3-C9D8-7C41-804D-94E3401476C8}" type="slidenum">
              <a:rPr lang="en-US"/>
              <a:pPr/>
              <a:t>‹Nr.›</a:t>
            </a:fld>
            <a:endParaRPr lang="en-US"/>
          </a:p>
        </p:txBody>
      </p:sp>
    </p:spTree>
    <p:extLst>
      <p:ext uri="{BB962C8B-B14F-4D97-AF65-F5344CB8AC3E}">
        <p14:creationId xmlns:p14="http://schemas.microsoft.com/office/powerpoint/2010/main" val="2058606528"/>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AE18887F-F1B5-E54A-98CC-48B7AEF512C3}" type="slidenum">
              <a:rPr lang="en-US"/>
              <a:pPr/>
              <a:t>‹Nr.›</a:t>
            </a:fld>
            <a:endParaRPr lang="en-US"/>
          </a:p>
        </p:txBody>
      </p:sp>
    </p:spTree>
    <p:extLst>
      <p:ext uri="{BB962C8B-B14F-4D97-AF65-F5344CB8AC3E}">
        <p14:creationId xmlns:p14="http://schemas.microsoft.com/office/powerpoint/2010/main" val="2629561960"/>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83692" y="3366492"/>
            <a:ext cx="2176611" cy="232171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776389" y="3366492"/>
            <a:ext cx="2176611" cy="232171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DA0F9CB9-00DB-5747-8EB6-291C8877312B}" type="slidenum">
              <a:rPr lang="en-US"/>
              <a:pPr/>
              <a:t>‹Nr.›</a:t>
            </a:fld>
            <a:endParaRPr lang="en-US"/>
          </a:p>
        </p:txBody>
      </p:sp>
    </p:spTree>
    <p:extLst>
      <p:ext uri="{BB962C8B-B14F-4D97-AF65-F5344CB8AC3E}">
        <p14:creationId xmlns:p14="http://schemas.microsoft.com/office/powerpoint/2010/main" val="264990982"/>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C6709F37-706E-E74C-A7EC-1363E7ED3FCA}" type="slidenum">
              <a:rPr lang="en-US"/>
              <a:pPr/>
              <a:t>‹Nr.›</a:t>
            </a:fld>
            <a:endParaRPr lang="en-US"/>
          </a:p>
        </p:txBody>
      </p:sp>
    </p:spTree>
    <p:extLst>
      <p:ext uri="{BB962C8B-B14F-4D97-AF65-F5344CB8AC3E}">
        <p14:creationId xmlns:p14="http://schemas.microsoft.com/office/powerpoint/2010/main" val="1986609868"/>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6612E98A-0EE2-7449-9882-C77535919407}" type="slidenum">
              <a:rPr lang="en-US"/>
              <a:pPr/>
              <a:t>‹Nr.›</a:t>
            </a:fld>
            <a:endParaRPr lang="en-US"/>
          </a:p>
        </p:txBody>
      </p:sp>
    </p:spTree>
    <p:extLst>
      <p:ext uri="{BB962C8B-B14F-4D97-AF65-F5344CB8AC3E}">
        <p14:creationId xmlns:p14="http://schemas.microsoft.com/office/powerpoint/2010/main" val="1728555401"/>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19B829D5-2F22-AF45-88C4-5AADB1C05025}" type="slidenum">
              <a:rPr lang="en-US"/>
              <a:pPr/>
              <a:t>‹Nr.›</a:t>
            </a:fld>
            <a:endParaRPr lang="en-US"/>
          </a:p>
        </p:txBody>
      </p:sp>
    </p:spTree>
    <p:extLst>
      <p:ext uri="{BB962C8B-B14F-4D97-AF65-F5344CB8AC3E}">
        <p14:creationId xmlns:p14="http://schemas.microsoft.com/office/powerpoint/2010/main" val="2806694021"/>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B59BC5F2-4B05-694E-A18D-9428A8960A53}" type="slidenum">
              <a:rPr lang="en-US"/>
              <a:pPr/>
              <a:t>‹Nr.›</a:t>
            </a:fld>
            <a:endParaRPr lang="en-US"/>
          </a:p>
        </p:txBody>
      </p:sp>
    </p:spTree>
    <p:extLst>
      <p:ext uri="{BB962C8B-B14F-4D97-AF65-F5344CB8AC3E}">
        <p14:creationId xmlns:p14="http://schemas.microsoft.com/office/powerpoint/2010/main" val="327807469"/>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0155D052-0259-0140-BE2E-C1DBFDDF3D69}" type="slidenum">
              <a:rPr lang="en-US"/>
              <a:pPr/>
              <a:t>‹Nr.›</a:t>
            </a:fld>
            <a:endParaRPr lang="en-US"/>
          </a:p>
        </p:txBody>
      </p:sp>
    </p:spTree>
    <p:extLst>
      <p:ext uri="{BB962C8B-B14F-4D97-AF65-F5344CB8AC3E}">
        <p14:creationId xmlns:p14="http://schemas.microsoft.com/office/powerpoint/2010/main" val="1591374057"/>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E92D0310-B6F2-CA47-AC9A-3176BF415B45}" type="slidenum">
              <a:rPr lang="en-US"/>
              <a:pPr/>
              <a:t>‹Nr.›</a:t>
            </a:fld>
            <a:endParaRPr lang="en-US"/>
          </a:p>
        </p:txBody>
      </p:sp>
    </p:spTree>
    <p:extLst>
      <p:ext uri="{BB962C8B-B14F-4D97-AF65-F5344CB8AC3E}">
        <p14:creationId xmlns:p14="http://schemas.microsoft.com/office/powerpoint/2010/main" val="3554012689"/>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3835674" y="991196"/>
            <a:ext cx="1117327" cy="4697015"/>
          </a:xfrm>
        </p:spPr>
        <p:txBody>
          <a:bodyPr vert="eaVert"/>
          <a:lstStyle/>
          <a:p>
            <a:r>
              <a:rPr lang="de-DE"/>
              <a:t>Mastertitelformat bearbeiten</a:t>
            </a:r>
          </a:p>
        </p:txBody>
      </p:sp>
      <p:sp>
        <p:nvSpPr>
          <p:cNvPr id="3" name="Vertikaler Textplatzhalter 2"/>
          <p:cNvSpPr>
            <a:spLocks noGrp="1"/>
          </p:cNvSpPr>
          <p:nvPr>
            <p:ph type="body" orient="vert" idx="1"/>
          </p:nvPr>
        </p:nvSpPr>
        <p:spPr>
          <a:xfrm>
            <a:off x="483691" y="991196"/>
            <a:ext cx="3235896" cy="469701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24C8EFEF-CEB8-CD42-B221-539AE74FF701}" type="slidenum">
              <a:rPr lang="en-US"/>
              <a:pPr/>
              <a:t>‹Nr.›</a:t>
            </a:fld>
            <a:endParaRPr lang="en-US"/>
          </a:p>
        </p:txBody>
      </p:sp>
    </p:spTree>
    <p:extLst>
      <p:ext uri="{BB962C8B-B14F-4D97-AF65-F5344CB8AC3E}">
        <p14:creationId xmlns:p14="http://schemas.microsoft.com/office/powerpoint/2010/main" val="980683052"/>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EAA74457-0076-F347-960A-68E68C62B77A}" type="slidenum">
              <a:rPr lang="en-US"/>
              <a:pPr/>
              <a:t>‹Nr.›</a:t>
            </a:fld>
            <a:endParaRPr lang="en-US"/>
          </a:p>
        </p:txBody>
      </p:sp>
    </p:spTree>
    <p:extLst>
      <p:ext uri="{BB962C8B-B14F-4D97-AF65-F5344CB8AC3E}">
        <p14:creationId xmlns:p14="http://schemas.microsoft.com/office/powerpoint/2010/main" val="307811148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1959E507-E01C-DA49-9A01-19D41DC66D4D}" type="slidenum">
              <a:rPr lang="en-US"/>
              <a:pPr/>
              <a:t>‹Nr.›</a:t>
            </a:fld>
            <a:endParaRPr lang="en-US"/>
          </a:p>
        </p:txBody>
      </p:sp>
    </p:spTree>
    <p:extLst>
      <p:ext uri="{BB962C8B-B14F-4D97-AF65-F5344CB8AC3E}">
        <p14:creationId xmlns:p14="http://schemas.microsoft.com/office/powerpoint/2010/main" val="1308541273"/>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3D361FBA-D4FF-0B48-BD47-21625C2EC386}" type="slidenum">
              <a:rPr lang="en-US"/>
              <a:pPr/>
              <a:t>‹Nr.›</a:t>
            </a:fld>
            <a:endParaRPr lang="en-US"/>
          </a:p>
        </p:txBody>
      </p:sp>
    </p:spTree>
    <p:extLst>
      <p:ext uri="{BB962C8B-B14F-4D97-AF65-F5344CB8AC3E}">
        <p14:creationId xmlns:p14="http://schemas.microsoft.com/office/powerpoint/2010/main" val="3468140575"/>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483692" y="3366492"/>
            <a:ext cx="2176611" cy="232171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776389" y="3366492"/>
            <a:ext cx="2176611" cy="232171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3B82C570-FB55-4A47-880C-302276D9A02B}" type="slidenum">
              <a:rPr lang="en-US"/>
              <a:pPr/>
              <a:t>‹Nr.›</a:t>
            </a:fld>
            <a:endParaRPr lang="en-US"/>
          </a:p>
        </p:txBody>
      </p:sp>
    </p:spTree>
    <p:extLst>
      <p:ext uri="{BB962C8B-B14F-4D97-AF65-F5344CB8AC3E}">
        <p14:creationId xmlns:p14="http://schemas.microsoft.com/office/powerpoint/2010/main" val="231783648"/>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AA821D76-D388-E244-8CE5-BB2B54BC446D}" type="slidenum">
              <a:rPr lang="en-US"/>
              <a:pPr/>
              <a:t>‹Nr.›</a:t>
            </a:fld>
            <a:endParaRPr lang="en-US"/>
          </a:p>
        </p:txBody>
      </p:sp>
    </p:spTree>
    <p:extLst>
      <p:ext uri="{BB962C8B-B14F-4D97-AF65-F5344CB8AC3E}">
        <p14:creationId xmlns:p14="http://schemas.microsoft.com/office/powerpoint/2010/main" val="914828445"/>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347E279C-5C20-7741-954A-86BFF37DAA60}" type="slidenum">
              <a:rPr lang="en-US"/>
              <a:pPr/>
              <a:t>‹Nr.›</a:t>
            </a:fld>
            <a:endParaRPr lang="en-US"/>
          </a:p>
        </p:txBody>
      </p:sp>
    </p:spTree>
    <p:extLst>
      <p:ext uri="{BB962C8B-B14F-4D97-AF65-F5344CB8AC3E}">
        <p14:creationId xmlns:p14="http://schemas.microsoft.com/office/powerpoint/2010/main" val="2839840500"/>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55331F09-9184-5140-A4E4-5151232D5AAE}" type="slidenum">
              <a:rPr lang="en-US"/>
              <a:pPr/>
              <a:t>‹Nr.›</a:t>
            </a:fld>
            <a:endParaRPr lang="en-US"/>
          </a:p>
        </p:txBody>
      </p:sp>
    </p:spTree>
    <p:extLst>
      <p:ext uri="{BB962C8B-B14F-4D97-AF65-F5344CB8AC3E}">
        <p14:creationId xmlns:p14="http://schemas.microsoft.com/office/powerpoint/2010/main" val="3016406700"/>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385D78EC-E590-2740-901C-761D50D45265}" type="slidenum">
              <a:rPr lang="en-US"/>
              <a:pPr/>
              <a:t>‹Nr.›</a:t>
            </a:fld>
            <a:endParaRPr lang="en-US"/>
          </a:p>
        </p:txBody>
      </p:sp>
    </p:spTree>
    <p:extLst>
      <p:ext uri="{BB962C8B-B14F-4D97-AF65-F5344CB8AC3E}">
        <p14:creationId xmlns:p14="http://schemas.microsoft.com/office/powerpoint/2010/main" val="1210737117"/>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A7DF7095-3D23-CE44-B1C4-8C3FCFB5BE93}" type="slidenum">
              <a:rPr lang="en-US"/>
              <a:pPr/>
              <a:t>‹Nr.›</a:t>
            </a:fld>
            <a:endParaRPr lang="en-US"/>
          </a:p>
        </p:txBody>
      </p:sp>
    </p:spTree>
    <p:extLst>
      <p:ext uri="{BB962C8B-B14F-4D97-AF65-F5344CB8AC3E}">
        <p14:creationId xmlns:p14="http://schemas.microsoft.com/office/powerpoint/2010/main" val="1986168714"/>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2DAAA418-C939-BE4E-A06B-2EB19DB0A8C0}" type="slidenum">
              <a:rPr lang="en-US"/>
              <a:pPr/>
              <a:t>‹Nr.›</a:t>
            </a:fld>
            <a:endParaRPr lang="en-US"/>
          </a:p>
        </p:txBody>
      </p:sp>
    </p:spTree>
    <p:extLst>
      <p:ext uri="{BB962C8B-B14F-4D97-AF65-F5344CB8AC3E}">
        <p14:creationId xmlns:p14="http://schemas.microsoft.com/office/powerpoint/2010/main" val="1366062688"/>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3835674" y="991196"/>
            <a:ext cx="1117327" cy="4697015"/>
          </a:xfrm>
        </p:spPr>
        <p:txBody>
          <a:bodyPr vert="eaVert"/>
          <a:lstStyle/>
          <a:p>
            <a:r>
              <a:rPr lang="de-DE"/>
              <a:t>Mastertitelformat bearbeiten</a:t>
            </a:r>
          </a:p>
        </p:txBody>
      </p:sp>
      <p:sp>
        <p:nvSpPr>
          <p:cNvPr id="3" name="Vertikaler Textplatzhalter 2"/>
          <p:cNvSpPr>
            <a:spLocks noGrp="1"/>
          </p:cNvSpPr>
          <p:nvPr>
            <p:ph type="body" orient="vert" idx="1"/>
          </p:nvPr>
        </p:nvSpPr>
        <p:spPr>
          <a:xfrm>
            <a:off x="483691" y="991196"/>
            <a:ext cx="3235896" cy="469701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6A3A6E03-8499-9B42-A120-62B1EA8850BC}" type="slidenum">
              <a:rPr lang="en-US"/>
              <a:pPr/>
              <a:t>‹Nr.›</a:t>
            </a:fld>
            <a:endParaRPr lang="en-US"/>
          </a:p>
        </p:txBody>
      </p:sp>
    </p:spTree>
    <p:extLst>
      <p:ext uri="{BB962C8B-B14F-4D97-AF65-F5344CB8AC3E}">
        <p14:creationId xmlns:p14="http://schemas.microsoft.com/office/powerpoint/2010/main" val="887217769"/>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a:prstGeom prst="rect">
            <a:avLst/>
          </a:prstGeom>
        </p:spPr>
        <p:txBody>
          <a:bodyPr vert="horz" lIns="67346" tIns="33673" rIns="67346" bIns="33673"/>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2"/>
          <p:cNvSpPr txBox="1">
            <a:spLocks noGrp="1" noChangeArrowheads="1"/>
          </p:cNvSpPr>
          <p:nvPr>
            <p:ph type="sldNum" sz="quarter" idx="10"/>
          </p:nvPr>
        </p:nvSpPr>
        <p:spPr>
          <a:ln/>
        </p:spPr>
        <p:txBody>
          <a:bodyPr/>
          <a:lstStyle>
            <a:lvl1pPr>
              <a:defRPr/>
            </a:lvl1pPr>
          </a:lstStyle>
          <a:p>
            <a:fld id="{A57D3274-846D-8C4D-8D93-167349995CFC}" type="slidenum">
              <a:rPr lang="en-US"/>
              <a:pPr/>
              <a:t>‹Nr.›</a:t>
            </a:fld>
            <a:endParaRPr lang="en-US"/>
          </a:p>
        </p:txBody>
      </p:sp>
    </p:spTree>
    <p:extLst>
      <p:ext uri="{BB962C8B-B14F-4D97-AF65-F5344CB8AC3E}">
        <p14:creationId xmlns:p14="http://schemas.microsoft.com/office/powerpoint/2010/main" val="2956151121"/>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CC0556B2-2D7D-8D4B-B189-7A6BE231AF78}" type="slidenum">
              <a:rPr lang="en-US"/>
              <a:pPr/>
              <a:t>‹Nr.›</a:t>
            </a:fld>
            <a:endParaRPr lang="en-US"/>
          </a:p>
        </p:txBody>
      </p:sp>
    </p:spTree>
    <p:extLst>
      <p:ext uri="{BB962C8B-B14F-4D97-AF65-F5344CB8AC3E}">
        <p14:creationId xmlns:p14="http://schemas.microsoft.com/office/powerpoint/2010/main" val="498297438"/>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a:prstGeom prst="rect">
            <a:avLst/>
          </a:prstGeom>
        </p:spPr>
        <p:txBody>
          <a:bodyPr vert="horz" lIns="67346" tIns="33673" rIns="67346" bIns="33673"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2"/>
          <p:cNvSpPr txBox="1">
            <a:spLocks noGrp="1" noChangeArrowheads="1"/>
          </p:cNvSpPr>
          <p:nvPr>
            <p:ph type="sldNum" sz="quarter" idx="10"/>
          </p:nvPr>
        </p:nvSpPr>
        <p:spPr>
          <a:ln/>
        </p:spPr>
        <p:txBody>
          <a:bodyPr/>
          <a:lstStyle>
            <a:lvl1pPr>
              <a:defRPr/>
            </a:lvl1pPr>
          </a:lstStyle>
          <a:p>
            <a:fld id="{FC89EE25-53B0-D341-AC71-353B60F6086C}" type="slidenum">
              <a:rPr lang="en-US"/>
              <a:pPr/>
              <a:t>‹Nr.›</a:t>
            </a:fld>
            <a:endParaRPr lang="en-US"/>
          </a:p>
        </p:txBody>
      </p:sp>
    </p:spTree>
    <p:extLst>
      <p:ext uri="{BB962C8B-B14F-4D97-AF65-F5344CB8AC3E}">
        <p14:creationId xmlns:p14="http://schemas.microsoft.com/office/powerpoint/2010/main" val="898773070"/>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Inhaltsplatzhalter 2"/>
          <p:cNvSpPr>
            <a:spLocks noGrp="1"/>
          </p:cNvSpPr>
          <p:nvPr>
            <p:ph sz="half" idx="1"/>
          </p:nvPr>
        </p:nvSpPr>
        <p:spPr>
          <a:xfrm>
            <a:off x="967383" y="892969"/>
            <a:ext cx="3927574" cy="5072063"/>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3" y="892969"/>
            <a:ext cx="3927574" cy="5072063"/>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2"/>
          <p:cNvSpPr txBox="1">
            <a:spLocks noGrp="1" noChangeArrowheads="1"/>
          </p:cNvSpPr>
          <p:nvPr>
            <p:ph type="sldNum" sz="quarter" idx="10"/>
          </p:nvPr>
        </p:nvSpPr>
        <p:spPr>
          <a:ln/>
        </p:spPr>
        <p:txBody>
          <a:bodyPr/>
          <a:lstStyle>
            <a:lvl1pPr>
              <a:defRPr/>
            </a:lvl1pPr>
          </a:lstStyle>
          <a:p>
            <a:fld id="{D7F9F1A2-B59B-8E47-9F16-984232439189}" type="slidenum">
              <a:rPr lang="en-US"/>
              <a:pPr/>
              <a:t>‹Nr.›</a:t>
            </a:fld>
            <a:endParaRPr lang="en-US"/>
          </a:p>
        </p:txBody>
      </p:sp>
    </p:spTree>
    <p:extLst>
      <p:ext uri="{BB962C8B-B14F-4D97-AF65-F5344CB8AC3E}">
        <p14:creationId xmlns:p14="http://schemas.microsoft.com/office/powerpoint/2010/main" val="3219152876"/>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2"/>
          <p:cNvSpPr txBox="1">
            <a:spLocks noGrp="1" noChangeArrowheads="1"/>
          </p:cNvSpPr>
          <p:nvPr>
            <p:ph type="sldNum" sz="quarter" idx="10"/>
          </p:nvPr>
        </p:nvSpPr>
        <p:spPr>
          <a:ln/>
        </p:spPr>
        <p:txBody>
          <a:bodyPr/>
          <a:lstStyle>
            <a:lvl1pPr>
              <a:defRPr/>
            </a:lvl1pPr>
          </a:lstStyle>
          <a:p>
            <a:fld id="{BCD89E35-7176-BF41-8E99-93AA3FDBD995}" type="slidenum">
              <a:rPr lang="en-US"/>
              <a:pPr/>
              <a:t>‹Nr.›</a:t>
            </a:fld>
            <a:endParaRPr lang="en-US"/>
          </a:p>
        </p:txBody>
      </p:sp>
    </p:spTree>
    <p:extLst>
      <p:ext uri="{BB962C8B-B14F-4D97-AF65-F5344CB8AC3E}">
        <p14:creationId xmlns:p14="http://schemas.microsoft.com/office/powerpoint/2010/main" val="3494136395"/>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Text Box 2"/>
          <p:cNvSpPr txBox="1">
            <a:spLocks noGrp="1" noChangeArrowheads="1"/>
          </p:cNvSpPr>
          <p:nvPr>
            <p:ph type="sldNum" sz="quarter" idx="10"/>
          </p:nvPr>
        </p:nvSpPr>
        <p:spPr>
          <a:ln/>
        </p:spPr>
        <p:txBody>
          <a:bodyPr/>
          <a:lstStyle>
            <a:lvl1pPr>
              <a:defRPr/>
            </a:lvl1pPr>
          </a:lstStyle>
          <a:p>
            <a:fld id="{1807C970-CF1B-8246-B816-ABADF5E4FE0D}" type="slidenum">
              <a:rPr lang="en-US"/>
              <a:pPr/>
              <a:t>‹Nr.›</a:t>
            </a:fld>
            <a:endParaRPr lang="en-US"/>
          </a:p>
        </p:txBody>
      </p:sp>
    </p:spTree>
    <p:extLst>
      <p:ext uri="{BB962C8B-B14F-4D97-AF65-F5344CB8AC3E}">
        <p14:creationId xmlns:p14="http://schemas.microsoft.com/office/powerpoint/2010/main" val="3421074345"/>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2"/>
          <p:cNvSpPr txBox="1">
            <a:spLocks noGrp="1" noChangeArrowheads="1"/>
          </p:cNvSpPr>
          <p:nvPr>
            <p:ph type="sldNum" sz="quarter" idx="10"/>
          </p:nvPr>
        </p:nvSpPr>
        <p:spPr>
          <a:ln/>
        </p:spPr>
        <p:txBody>
          <a:bodyPr/>
          <a:lstStyle>
            <a:lvl1pPr>
              <a:defRPr/>
            </a:lvl1pPr>
          </a:lstStyle>
          <a:p>
            <a:fld id="{595D607A-55A3-9F45-B150-AB724DABF77D}" type="slidenum">
              <a:rPr lang="en-US"/>
              <a:pPr/>
              <a:t>‹Nr.›</a:t>
            </a:fld>
            <a:endParaRPr lang="en-US"/>
          </a:p>
        </p:txBody>
      </p:sp>
    </p:spTree>
    <p:extLst>
      <p:ext uri="{BB962C8B-B14F-4D97-AF65-F5344CB8AC3E}">
        <p14:creationId xmlns:p14="http://schemas.microsoft.com/office/powerpoint/2010/main" val="459745708"/>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a:prstGeom prst="rect">
            <a:avLst/>
          </a:prstGeom>
        </p:spPr>
        <p:txBody>
          <a:bodyPr vert="horz" lIns="67346" tIns="33673" rIns="67346" bIns="33673"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B18AA590-9DB5-864A-8F9D-CAEF06F7C58C}" type="slidenum">
              <a:rPr lang="en-US"/>
              <a:pPr/>
              <a:t>‹Nr.›</a:t>
            </a:fld>
            <a:endParaRPr lang="en-US"/>
          </a:p>
        </p:txBody>
      </p:sp>
    </p:spTree>
    <p:extLst>
      <p:ext uri="{BB962C8B-B14F-4D97-AF65-F5344CB8AC3E}">
        <p14:creationId xmlns:p14="http://schemas.microsoft.com/office/powerpoint/2010/main" val="1364864178"/>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a:prstGeom prst="rect">
            <a:avLst/>
          </a:prstGeom>
        </p:spPr>
        <p:txBody>
          <a:bodyPr vert="horz" lIns="67346" tIns="33673" rIns="67346" bIns="33673"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2"/>
          <p:cNvSpPr txBox="1">
            <a:spLocks noGrp="1" noChangeArrowheads="1"/>
          </p:cNvSpPr>
          <p:nvPr>
            <p:ph type="sldNum" sz="quarter" idx="10"/>
          </p:nvPr>
        </p:nvSpPr>
        <p:spPr>
          <a:ln/>
        </p:spPr>
        <p:txBody>
          <a:bodyPr/>
          <a:lstStyle>
            <a:lvl1pPr>
              <a:defRPr/>
            </a:lvl1pPr>
          </a:lstStyle>
          <a:p>
            <a:fld id="{0B570A99-F7A0-DC4B-AE38-67A76C0A4988}" type="slidenum">
              <a:rPr lang="en-US"/>
              <a:pPr/>
              <a:t>‹Nr.›</a:t>
            </a:fld>
            <a:endParaRPr lang="en-US"/>
          </a:p>
        </p:txBody>
      </p:sp>
    </p:spTree>
    <p:extLst>
      <p:ext uri="{BB962C8B-B14F-4D97-AF65-F5344CB8AC3E}">
        <p14:creationId xmlns:p14="http://schemas.microsoft.com/office/powerpoint/2010/main" val="1472960851"/>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68A34F04-FA91-0045-8BCD-165F512FD1A2}" type="slidenum">
              <a:rPr lang="en-US"/>
              <a:pPr/>
              <a:t>‹Nr.›</a:t>
            </a:fld>
            <a:endParaRPr lang="en-US"/>
          </a:p>
        </p:txBody>
      </p:sp>
    </p:spTree>
    <p:extLst>
      <p:ext uri="{BB962C8B-B14F-4D97-AF65-F5344CB8AC3E}">
        <p14:creationId xmlns:p14="http://schemas.microsoft.com/office/powerpoint/2010/main" val="1996976370"/>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274588"/>
            <a:ext cx="2228608" cy="5690443"/>
          </a:xfrm>
          <a:prstGeom prst="rect">
            <a:avLst/>
          </a:prstGeom>
        </p:spPr>
        <p:txBody>
          <a:bodyPr vert="eaVert" lIns="67346" tIns="33673" rIns="67346" bIns="33673"/>
          <a:lstStyle/>
          <a:p>
            <a:r>
              <a:rPr lang="de-DE"/>
              <a:t>Mastertitelformat bearbeiten</a:t>
            </a:r>
          </a:p>
        </p:txBody>
      </p:sp>
      <p:sp>
        <p:nvSpPr>
          <p:cNvPr id="3" name="Vertikaler Textplatzhalter 2"/>
          <p:cNvSpPr>
            <a:spLocks noGrp="1"/>
          </p:cNvSpPr>
          <p:nvPr>
            <p:ph type="body" orient="vert" idx="1"/>
          </p:nvPr>
        </p:nvSpPr>
        <p:spPr>
          <a:xfrm>
            <a:off x="495785" y="274588"/>
            <a:ext cx="6569739" cy="5690443"/>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2"/>
          <p:cNvSpPr txBox="1">
            <a:spLocks noGrp="1" noChangeArrowheads="1"/>
          </p:cNvSpPr>
          <p:nvPr>
            <p:ph type="sldNum" sz="quarter" idx="10"/>
          </p:nvPr>
        </p:nvSpPr>
        <p:spPr>
          <a:ln/>
        </p:spPr>
        <p:txBody>
          <a:bodyPr/>
          <a:lstStyle>
            <a:lvl1pPr>
              <a:defRPr/>
            </a:lvl1pPr>
          </a:lstStyle>
          <a:p>
            <a:fld id="{C606B1C5-74F5-634E-B2F9-0C0F5CAB2762}" type="slidenum">
              <a:rPr lang="en-US"/>
              <a:pPr/>
              <a:t>‹Nr.›</a:t>
            </a:fld>
            <a:endParaRPr lang="en-US"/>
          </a:p>
        </p:txBody>
      </p:sp>
    </p:spTree>
    <p:extLst>
      <p:ext uri="{BB962C8B-B14F-4D97-AF65-F5344CB8AC3E}">
        <p14:creationId xmlns:p14="http://schemas.microsoft.com/office/powerpoint/2010/main" val="367056767"/>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a:prstGeom prst="rect">
            <a:avLst/>
          </a:prstGeom>
        </p:spPr>
        <p:txBody>
          <a:bodyPr vert="horz" lIns="67346" tIns="33673" rIns="67346" bIns="33673"/>
          <a:lstStyle/>
          <a:p>
            <a:r>
              <a:rPr lang="de-DE"/>
              <a:t>Mastertitelformat bearbeiten</a:t>
            </a:r>
          </a:p>
        </p:txBody>
      </p:sp>
      <p:sp>
        <p:nvSpPr>
          <p:cNvPr id="3" name="Untertitel 2"/>
          <p:cNvSpPr>
            <a:spLocks noGrp="1"/>
          </p:cNvSpPr>
          <p:nvPr>
            <p:ph type="subTitle" idx="1"/>
          </p:nvPr>
        </p:nvSpPr>
        <p:spPr>
          <a:xfrm>
            <a:off x="1486144" y="3886648"/>
            <a:ext cx="6933716" cy="1752451"/>
          </a:xfrm>
          <a:prstGeom prst="rect">
            <a:avLst/>
          </a:prstGeom>
        </p:spPr>
        <p:txBody>
          <a:bodyPr vert="horz" lIns="67346" tIns="33673" rIns="67346" bIns="33673"/>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1"/>
          <p:cNvSpPr txBox="1">
            <a:spLocks noGrp="1" noChangeArrowheads="1"/>
          </p:cNvSpPr>
          <p:nvPr>
            <p:ph type="sldNum" sz="quarter" idx="10"/>
          </p:nvPr>
        </p:nvSpPr>
        <p:spPr>
          <a:ln/>
        </p:spPr>
        <p:txBody>
          <a:bodyPr/>
          <a:lstStyle>
            <a:lvl1pPr>
              <a:defRPr/>
            </a:lvl1pPr>
          </a:lstStyle>
          <a:p>
            <a:fld id="{6748CBCB-5D56-B845-BA21-9C12620600C0}" type="slidenum">
              <a:rPr lang="en-US"/>
              <a:pPr/>
              <a:t>‹Nr.›</a:t>
            </a:fld>
            <a:endParaRPr lang="en-US"/>
          </a:p>
        </p:txBody>
      </p:sp>
    </p:spTree>
    <p:extLst>
      <p:ext uri="{BB962C8B-B14F-4D97-AF65-F5344CB8AC3E}">
        <p14:creationId xmlns:p14="http://schemas.microsoft.com/office/powerpoint/2010/main" val="2308872460"/>
      </p:ext>
    </p:extLst>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Inhaltsplatzhalter 2"/>
          <p:cNvSpPr>
            <a:spLocks noGrp="1"/>
          </p:cNvSpPr>
          <p:nvPr>
            <p:ph idx="1"/>
          </p:nvPr>
        </p:nvSpPr>
        <p:spPr>
          <a:xfrm>
            <a:off x="495784" y="1600649"/>
            <a:ext cx="8914433" cy="4525119"/>
          </a:xfrm>
          <a:prstGeom prst="rect">
            <a:avLst/>
          </a:prstGeom>
        </p:spPr>
        <p:txBody>
          <a:bodyPr vert="horz"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1"/>
          <p:cNvSpPr txBox="1">
            <a:spLocks noGrp="1" noChangeArrowheads="1"/>
          </p:cNvSpPr>
          <p:nvPr>
            <p:ph type="sldNum" sz="quarter" idx="10"/>
          </p:nvPr>
        </p:nvSpPr>
        <p:spPr>
          <a:ln/>
        </p:spPr>
        <p:txBody>
          <a:bodyPr/>
          <a:lstStyle>
            <a:lvl1pPr>
              <a:defRPr/>
            </a:lvl1pPr>
          </a:lstStyle>
          <a:p>
            <a:fld id="{A0372B7A-BD40-5C41-9909-25DEE5AFC73F}" type="slidenum">
              <a:rPr lang="en-US"/>
              <a:pPr/>
              <a:t>‹Nr.›</a:t>
            </a:fld>
            <a:endParaRPr lang="en-US"/>
          </a:p>
        </p:txBody>
      </p:sp>
    </p:spTree>
    <p:extLst>
      <p:ext uri="{BB962C8B-B14F-4D97-AF65-F5344CB8AC3E}">
        <p14:creationId xmlns:p14="http://schemas.microsoft.com/office/powerpoint/2010/main" val="2459373165"/>
      </p:ext>
    </p:extLst>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a:prstGeom prst="rect">
            <a:avLst/>
          </a:prstGeom>
        </p:spPr>
        <p:txBody>
          <a:bodyPr vert="horz" lIns="67346" tIns="33673" rIns="67346" bIns="33673"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a:prstGeom prst="rect">
            <a:avLst/>
          </a:prstGeom>
        </p:spPr>
        <p:txBody>
          <a:bodyPr vert="horz" lIns="67346" tIns="33673" rIns="67346" bIns="33673"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1"/>
          <p:cNvSpPr txBox="1">
            <a:spLocks noGrp="1" noChangeArrowheads="1"/>
          </p:cNvSpPr>
          <p:nvPr>
            <p:ph type="sldNum" sz="quarter" idx="10"/>
          </p:nvPr>
        </p:nvSpPr>
        <p:spPr>
          <a:ln/>
        </p:spPr>
        <p:txBody>
          <a:bodyPr/>
          <a:lstStyle>
            <a:lvl1pPr>
              <a:defRPr/>
            </a:lvl1pPr>
          </a:lstStyle>
          <a:p>
            <a:fld id="{9C60B6DB-C32A-9F4F-911B-25CAB31C6BA5}" type="slidenum">
              <a:rPr lang="en-US"/>
              <a:pPr/>
              <a:t>‹Nr.›</a:t>
            </a:fld>
            <a:endParaRPr lang="en-US"/>
          </a:p>
        </p:txBody>
      </p:sp>
    </p:spTree>
    <p:extLst>
      <p:ext uri="{BB962C8B-B14F-4D97-AF65-F5344CB8AC3E}">
        <p14:creationId xmlns:p14="http://schemas.microsoft.com/office/powerpoint/2010/main" val="1095809392"/>
      </p:ext>
    </p:extLst>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Inhaltsplatzhalter 2"/>
          <p:cNvSpPr>
            <a:spLocks noGrp="1"/>
          </p:cNvSpPr>
          <p:nvPr>
            <p:ph sz="half" idx="1"/>
          </p:nvPr>
        </p:nvSpPr>
        <p:spPr>
          <a:xfrm>
            <a:off x="495785"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4" y="1600649"/>
            <a:ext cx="4399173" cy="4525119"/>
          </a:xfrm>
          <a:prstGeom prst="rect">
            <a:avLst/>
          </a:prstGeom>
        </p:spPr>
        <p:txBody>
          <a:bodyPr vert="horz" lIns="67346" tIns="33673" rIns="67346" bIns="33673"/>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1"/>
          <p:cNvSpPr txBox="1">
            <a:spLocks noGrp="1" noChangeArrowheads="1"/>
          </p:cNvSpPr>
          <p:nvPr>
            <p:ph type="sldNum" sz="quarter" idx="10"/>
          </p:nvPr>
        </p:nvSpPr>
        <p:spPr>
          <a:ln/>
        </p:spPr>
        <p:txBody>
          <a:bodyPr/>
          <a:lstStyle>
            <a:lvl1pPr>
              <a:defRPr/>
            </a:lvl1pPr>
          </a:lstStyle>
          <a:p>
            <a:fld id="{C252C5C4-6048-A542-B9F8-D02EDD4C7706}" type="slidenum">
              <a:rPr lang="en-US"/>
              <a:pPr/>
              <a:t>‹Nr.›</a:t>
            </a:fld>
            <a:endParaRPr lang="en-US"/>
          </a:p>
        </p:txBody>
      </p:sp>
    </p:spTree>
    <p:extLst>
      <p:ext uri="{BB962C8B-B14F-4D97-AF65-F5344CB8AC3E}">
        <p14:creationId xmlns:p14="http://schemas.microsoft.com/office/powerpoint/2010/main" val="504792638"/>
      </p:ext>
    </p:extLst>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a:prstGeom prst="rect">
            <a:avLst/>
          </a:prstGeom>
        </p:spPr>
        <p:txBody>
          <a:bodyPr vert="horz" lIns="67346" tIns="33673" rIns="67346" bIns="33673"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a:prstGeom prst="rect">
            <a:avLst/>
          </a:prstGeom>
        </p:spPr>
        <p:txBody>
          <a:bodyPr vert="horz" lIns="67346" tIns="33673" rIns="67346" bIns="33673"/>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1"/>
          <p:cNvSpPr txBox="1">
            <a:spLocks noGrp="1" noChangeArrowheads="1"/>
          </p:cNvSpPr>
          <p:nvPr>
            <p:ph type="sldNum" sz="quarter" idx="10"/>
          </p:nvPr>
        </p:nvSpPr>
        <p:spPr>
          <a:ln/>
        </p:spPr>
        <p:txBody>
          <a:bodyPr/>
          <a:lstStyle>
            <a:lvl1pPr>
              <a:defRPr/>
            </a:lvl1pPr>
          </a:lstStyle>
          <a:p>
            <a:fld id="{DA61FAA3-1815-944F-8449-6DDDB5F9DC61}" type="slidenum">
              <a:rPr lang="en-US"/>
              <a:pPr/>
              <a:t>‹Nr.›</a:t>
            </a:fld>
            <a:endParaRPr lang="en-US"/>
          </a:p>
        </p:txBody>
      </p:sp>
    </p:spTree>
    <p:extLst>
      <p:ext uri="{BB962C8B-B14F-4D97-AF65-F5344CB8AC3E}">
        <p14:creationId xmlns:p14="http://schemas.microsoft.com/office/powerpoint/2010/main" val="634907436"/>
      </p:ext>
    </p:extLst>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Text Box 1"/>
          <p:cNvSpPr txBox="1">
            <a:spLocks noGrp="1" noChangeArrowheads="1"/>
          </p:cNvSpPr>
          <p:nvPr>
            <p:ph type="sldNum" sz="quarter" idx="10"/>
          </p:nvPr>
        </p:nvSpPr>
        <p:spPr>
          <a:ln/>
        </p:spPr>
        <p:txBody>
          <a:bodyPr/>
          <a:lstStyle>
            <a:lvl1pPr>
              <a:defRPr/>
            </a:lvl1pPr>
          </a:lstStyle>
          <a:p>
            <a:fld id="{BC245EE7-3DB2-A747-8E5A-1559F345C965}" type="slidenum">
              <a:rPr lang="en-US"/>
              <a:pPr/>
              <a:t>‹Nr.›</a:t>
            </a:fld>
            <a:endParaRPr lang="en-US"/>
          </a:p>
        </p:txBody>
      </p:sp>
    </p:spTree>
    <p:extLst>
      <p:ext uri="{BB962C8B-B14F-4D97-AF65-F5344CB8AC3E}">
        <p14:creationId xmlns:p14="http://schemas.microsoft.com/office/powerpoint/2010/main" val="2887942237"/>
      </p:ext>
    </p:extLst>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1"/>
          <p:cNvSpPr txBox="1">
            <a:spLocks noGrp="1" noChangeArrowheads="1"/>
          </p:cNvSpPr>
          <p:nvPr>
            <p:ph type="sldNum" sz="quarter" idx="10"/>
          </p:nvPr>
        </p:nvSpPr>
        <p:spPr>
          <a:ln/>
        </p:spPr>
        <p:txBody>
          <a:bodyPr/>
          <a:lstStyle>
            <a:lvl1pPr>
              <a:defRPr/>
            </a:lvl1pPr>
          </a:lstStyle>
          <a:p>
            <a:fld id="{CAF4C083-1C64-7744-B851-B412C09D7D78}" type="slidenum">
              <a:rPr lang="en-US"/>
              <a:pPr/>
              <a:t>‹Nr.›</a:t>
            </a:fld>
            <a:endParaRPr lang="en-US"/>
          </a:p>
        </p:txBody>
      </p:sp>
    </p:spTree>
    <p:extLst>
      <p:ext uri="{BB962C8B-B14F-4D97-AF65-F5344CB8AC3E}">
        <p14:creationId xmlns:p14="http://schemas.microsoft.com/office/powerpoint/2010/main" val="518377403"/>
      </p:ext>
    </p:extLst>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a:prstGeom prst="rect">
            <a:avLst/>
          </a:prstGeom>
        </p:spPr>
        <p:txBody>
          <a:bodyPr vert="horz" lIns="67346" tIns="33673" rIns="67346" bIns="33673"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a:prstGeom prst="rect">
            <a:avLst/>
          </a:prstGeom>
        </p:spPr>
        <p:txBody>
          <a:bodyPr vert="horz" lIns="67346" tIns="33673" rIns="67346" bIns="33673"/>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1"/>
          <p:cNvSpPr txBox="1">
            <a:spLocks noGrp="1" noChangeArrowheads="1"/>
          </p:cNvSpPr>
          <p:nvPr>
            <p:ph type="sldNum" sz="quarter" idx="10"/>
          </p:nvPr>
        </p:nvSpPr>
        <p:spPr>
          <a:ln/>
        </p:spPr>
        <p:txBody>
          <a:bodyPr/>
          <a:lstStyle>
            <a:lvl1pPr>
              <a:defRPr/>
            </a:lvl1pPr>
          </a:lstStyle>
          <a:p>
            <a:fld id="{0C540408-675B-5F42-B2C2-7BBFB28D89DD}" type="slidenum">
              <a:rPr lang="en-US"/>
              <a:pPr/>
              <a:t>‹Nr.›</a:t>
            </a:fld>
            <a:endParaRPr lang="en-US"/>
          </a:p>
        </p:txBody>
      </p:sp>
    </p:spTree>
    <p:extLst>
      <p:ext uri="{BB962C8B-B14F-4D97-AF65-F5344CB8AC3E}">
        <p14:creationId xmlns:p14="http://schemas.microsoft.com/office/powerpoint/2010/main" val="3734099852"/>
      </p:ext>
    </p:extLst>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a:prstGeom prst="rect">
            <a:avLst/>
          </a:prstGeom>
        </p:spPr>
        <p:txBody>
          <a:bodyPr vert="horz" lIns="67346" tIns="33673" rIns="67346" bIns="33673"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a:prstGeom prst="rect">
            <a:avLst/>
          </a:prstGeom>
        </p:spPr>
        <p:txBody>
          <a:bodyPr vert="horz" lIns="67346" tIns="33673" rIns="67346" bIns="33673"/>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a:prstGeom prst="rect">
            <a:avLst/>
          </a:prstGeom>
        </p:spPr>
        <p:txBody>
          <a:bodyPr vert="horz" lIns="67346" tIns="33673" rIns="67346" bIns="33673"/>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1"/>
          <p:cNvSpPr txBox="1">
            <a:spLocks noGrp="1" noChangeArrowheads="1"/>
          </p:cNvSpPr>
          <p:nvPr>
            <p:ph type="sldNum" sz="quarter" idx="10"/>
          </p:nvPr>
        </p:nvSpPr>
        <p:spPr>
          <a:ln/>
        </p:spPr>
        <p:txBody>
          <a:bodyPr/>
          <a:lstStyle>
            <a:lvl1pPr>
              <a:defRPr/>
            </a:lvl1pPr>
          </a:lstStyle>
          <a:p>
            <a:fld id="{60DD487C-B487-5648-BF46-0E83FC431D64}" type="slidenum">
              <a:rPr lang="en-US"/>
              <a:pPr/>
              <a:t>‹Nr.›</a:t>
            </a:fld>
            <a:endParaRPr lang="en-US"/>
          </a:p>
        </p:txBody>
      </p:sp>
    </p:spTree>
    <p:extLst>
      <p:ext uri="{BB962C8B-B14F-4D97-AF65-F5344CB8AC3E}">
        <p14:creationId xmlns:p14="http://schemas.microsoft.com/office/powerpoint/2010/main" val="1991563460"/>
      </p:ext>
    </p:extLst>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a:prstGeom prst="rect">
            <a:avLst/>
          </a:prstGeom>
        </p:spPr>
        <p:txBody>
          <a:bodyPr vert="horz" lIns="67346" tIns="33673" rIns="67346" bIns="33673"/>
          <a:lstStyle/>
          <a:p>
            <a:r>
              <a:rPr lang="de-DE"/>
              <a:t>Mastertitelformat bearbeiten</a:t>
            </a:r>
          </a:p>
        </p:txBody>
      </p:sp>
      <p:sp>
        <p:nvSpPr>
          <p:cNvPr id="3" name="Vertikaler Textplatzhalter 2"/>
          <p:cNvSpPr>
            <a:spLocks noGrp="1"/>
          </p:cNvSpPr>
          <p:nvPr>
            <p:ph type="body" orient="vert" idx="1"/>
          </p:nvPr>
        </p:nvSpPr>
        <p:spPr>
          <a:xfrm>
            <a:off x="495784" y="1600649"/>
            <a:ext cx="8914433" cy="4525119"/>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1"/>
          <p:cNvSpPr txBox="1">
            <a:spLocks noGrp="1" noChangeArrowheads="1"/>
          </p:cNvSpPr>
          <p:nvPr>
            <p:ph type="sldNum" sz="quarter" idx="10"/>
          </p:nvPr>
        </p:nvSpPr>
        <p:spPr>
          <a:ln/>
        </p:spPr>
        <p:txBody>
          <a:bodyPr/>
          <a:lstStyle>
            <a:lvl1pPr>
              <a:defRPr/>
            </a:lvl1pPr>
          </a:lstStyle>
          <a:p>
            <a:fld id="{BD709C1D-0F80-1044-903C-1B12A58654A1}" type="slidenum">
              <a:rPr lang="en-US"/>
              <a:pPr/>
              <a:t>‹Nr.›</a:t>
            </a:fld>
            <a:endParaRPr lang="en-US"/>
          </a:p>
        </p:txBody>
      </p:sp>
    </p:spTree>
    <p:extLst>
      <p:ext uri="{BB962C8B-B14F-4D97-AF65-F5344CB8AC3E}">
        <p14:creationId xmlns:p14="http://schemas.microsoft.com/office/powerpoint/2010/main" val="951262902"/>
      </p:ext>
    </p:extLst>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608" y="274590"/>
            <a:ext cx="2228608" cy="5851178"/>
          </a:xfrm>
          <a:prstGeom prst="rect">
            <a:avLst/>
          </a:prstGeom>
        </p:spPr>
        <p:txBody>
          <a:bodyPr vert="eaVert" lIns="67346" tIns="33673" rIns="67346" bIns="33673"/>
          <a:lstStyle/>
          <a:p>
            <a:r>
              <a:rPr lang="de-DE"/>
              <a:t>Mastertitelformat bearbeiten</a:t>
            </a:r>
          </a:p>
        </p:txBody>
      </p:sp>
      <p:sp>
        <p:nvSpPr>
          <p:cNvPr id="3" name="Vertikaler Textplatzhalter 2"/>
          <p:cNvSpPr>
            <a:spLocks noGrp="1"/>
          </p:cNvSpPr>
          <p:nvPr>
            <p:ph type="body" orient="vert" idx="1"/>
          </p:nvPr>
        </p:nvSpPr>
        <p:spPr>
          <a:xfrm>
            <a:off x="495785" y="274590"/>
            <a:ext cx="6569739" cy="5851178"/>
          </a:xfrm>
          <a:prstGeom prst="rect">
            <a:avLst/>
          </a:prstGeom>
        </p:spPr>
        <p:txBody>
          <a:bodyPr vert="eaVert" lIns="67346" tIns="33673" rIns="67346" bIns="33673"/>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1"/>
          <p:cNvSpPr txBox="1">
            <a:spLocks noGrp="1" noChangeArrowheads="1"/>
          </p:cNvSpPr>
          <p:nvPr>
            <p:ph type="sldNum" sz="quarter" idx="10"/>
          </p:nvPr>
        </p:nvSpPr>
        <p:spPr>
          <a:ln/>
        </p:spPr>
        <p:txBody>
          <a:bodyPr/>
          <a:lstStyle>
            <a:lvl1pPr>
              <a:defRPr/>
            </a:lvl1pPr>
          </a:lstStyle>
          <a:p>
            <a:fld id="{3A40317D-1122-A247-B732-ACB6AC3F6370}" type="slidenum">
              <a:rPr lang="en-US"/>
              <a:pPr/>
              <a:t>‹Nr.›</a:t>
            </a:fld>
            <a:endParaRPr lang="en-US"/>
          </a:p>
        </p:txBody>
      </p:sp>
    </p:spTree>
    <p:extLst>
      <p:ext uri="{BB962C8B-B14F-4D97-AF65-F5344CB8AC3E}">
        <p14:creationId xmlns:p14="http://schemas.microsoft.com/office/powerpoint/2010/main" val="2471063515"/>
      </p:ext>
    </p:extLst>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0B7E274F-7B12-6647-B7A8-4A5752323E76}" type="slidenum">
              <a:rPr lang="en-US"/>
              <a:pPr/>
              <a:t>‹Nr.›</a:t>
            </a:fld>
            <a:endParaRPr lang="en-US"/>
          </a:p>
        </p:txBody>
      </p:sp>
    </p:spTree>
    <p:extLst>
      <p:ext uri="{BB962C8B-B14F-4D97-AF65-F5344CB8AC3E}">
        <p14:creationId xmlns:p14="http://schemas.microsoft.com/office/powerpoint/2010/main" val="3098576351"/>
      </p:ext>
    </p:extLst>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ED8B777B-9669-4648-A901-2B33119EEFBA}" type="slidenum">
              <a:rPr lang="en-US"/>
              <a:pPr/>
              <a:t>‹Nr.›</a:t>
            </a:fld>
            <a:endParaRPr lang="en-US"/>
          </a:p>
        </p:txBody>
      </p:sp>
    </p:spTree>
    <p:extLst>
      <p:ext uri="{BB962C8B-B14F-4D97-AF65-F5344CB8AC3E}">
        <p14:creationId xmlns:p14="http://schemas.microsoft.com/office/powerpoint/2010/main" val="37057867"/>
      </p:ext>
    </p:extLst>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50F670B6-6798-0C47-8927-4B9BE535F751}" type="slidenum">
              <a:rPr lang="en-US"/>
              <a:pPr/>
              <a:t>‹Nr.›</a:t>
            </a:fld>
            <a:endParaRPr lang="en-US"/>
          </a:p>
        </p:txBody>
      </p:sp>
    </p:spTree>
    <p:extLst>
      <p:ext uri="{BB962C8B-B14F-4D97-AF65-F5344CB8AC3E}">
        <p14:creationId xmlns:p14="http://schemas.microsoft.com/office/powerpoint/2010/main" val="831670141"/>
      </p:ext>
    </p:extLst>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967383" y="1946674"/>
            <a:ext cx="1862212"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945681" y="1946674"/>
            <a:ext cx="1862212"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905E2B8B-A4A4-1641-9A74-28184040CA0D}" type="slidenum">
              <a:rPr lang="en-US"/>
              <a:pPr/>
              <a:t>‹Nr.›</a:t>
            </a:fld>
            <a:endParaRPr lang="en-US"/>
          </a:p>
        </p:txBody>
      </p:sp>
    </p:spTree>
    <p:extLst>
      <p:ext uri="{BB962C8B-B14F-4D97-AF65-F5344CB8AC3E}">
        <p14:creationId xmlns:p14="http://schemas.microsoft.com/office/powerpoint/2010/main" val="1046682535"/>
      </p:ext>
    </p:extLst>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E77A9C96-F301-AC4B-847F-494D3FD534A4}" type="slidenum">
              <a:rPr lang="en-US"/>
              <a:pPr/>
              <a:t>‹Nr.›</a:t>
            </a:fld>
            <a:endParaRPr lang="en-US"/>
          </a:p>
        </p:txBody>
      </p:sp>
    </p:spTree>
    <p:extLst>
      <p:ext uri="{BB962C8B-B14F-4D97-AF65-F5344CB8AC3E}">
        <p14:creationId xmlns:p14="http://schemas.microsoft.com/office/powerpoint/2010/main" val="3512046520"/>
      </p:ext>
    </p:extLst>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90B1E41A-52DA-1E45-A55E-8BD1D81AA044}" type="slidenum">
              <a:rPr lang="en-US"/>
              <a:pPr/>
              <a:t>‹Nr.›</a:t>
            </a:fld>
            <a:endParaRPr lang="en-US"/>
          </a:p>
        </p:txBody>
      </p:sp>
    </p:spTree>
    <p:extLst>
      <p:ext uri="{BB962C8B-B14F-4D97-AF65-F5344CB8AC3E}">
        <p14:creationId xmlns:p14="http://schemas.microsoft.com/office/powerpoint/2010/main" val="2782285942"/>
      </p:ext>
    </p:extLst>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88FC2364-24E0-EE48-BFC7-2873489CE240}" type="slidenum">
              <a:rPr lang="en-US"/>
              <a:pPr/>
              <a:t>‹Nr.›</a:t>
            </a:fld>
            <a:endParaRPr lang="en-US"/>
          </a:p>
        </p:txBody>
      </p:sp>
    </p:spTree>
    <p:extLst>
      <p:ext uri="{BB962C8B-B14F-4D97-AF65-F5344CB8AC3E}">
        <p14:creationId xmlns:p14="http://schemas.microsoft.com/office/powerpoint/2010/main" val="652468372"/>
      </p:ext>
    </p:extLst>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B1181DC9-1E3F-F74D-8AC6-C0203F3DD1F5}" type="slidenum">
              <a:rPr lang="en-US"/>
              <a:pPr/>
              <a:t>‹Nr.›</a:t>
            </a:fld>
            <a:endParaRPr lang="en-US"/>
          </a:p>
        </p:txBody>
      </p:sp>
    </p:spTree>
    <p:extLst>
      <p:ext uri="{BB962C8B-B14F-4D97-AF65-F5344CB8AC3E}">
        <p14:creationId xmlns:p14="http://schemas.microsoft.com/office/powerpoint/2010/main" val="976350614"/>
      </p:ext>
    </p:extLst>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3B85F042-048C-9E42-9829-9DB715AA6212}" type="slidenum">
              <a:rPr lang="en-US"/>
              <a:pPr/>
              <a:t>‹Nr.›</a:t>
            </a:fld>
            <a:endParaRPr lang="en-US"/>
          </a:p>
        </p:txBody>
      </p:sp>
    </p:spTree>
    <p:extLst>
      <p:ext uri="{BB962C8B-B14F-4D97-AF65-F5344CB8AC3E}">
        <p14:creationId xmlns:p14="http://schemas.microsoft.com/office/powerpoint/2010/main" val="184553584"/>
      </p:ext>
    </p:extLst>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7F8C9700-1410-D441-A344-53885391AF7D}" type="slidenum">
              <a:rPr lang="en-US"/>
              <a:pPr/>
              <a:t>‹Nr.›</a:t>
            </a:fld>
            <a:endParaRPr lang="en-US"/>
          </a:p>
        </p:txBody>
      </p:sp>
    </p:spTree>
    <p:extLst>
      <p:ext uri="{BB962C8B-B14F-4D97-AF65-F5344CB8AC3E}">
        <p14:creationId xmlns:p14="http://schemas.microsoft.com/office/powerpoint/2010/main" val="2150592087"/>
      </p:ext>
    </p:extLst>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78595"/>
            <a:ext cx="1992809" cy="5786438"/>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78595"/>
            <a:ext cx="5862341" cy="57864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65046E00-06E6-1643-AE05-754CEF8D14ED}" type="slidenum">
              <a:rPr lang="en-US"/>
              <a:pPr/>
              <a:t>‹Nr.›</a:t>
            </a:fld>
            <a:endParaRPr lang="en-US"/>
          </a:p>
        </p:txBody>
      </p:sp>
    </p:spTree>
    <p:extLst>
      <p:ext uri="{BB962C8B-B14F-4D97-AF65-F5344CB8AC3E}">
        <p14:creationId xmlns:p14="http://schemas.microsoft.com/office/powerpoint/2010/main" val="3330139430"/>
      </p:ext>
    </p:extLst>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F2159B92-B1AE-B342-B689-F3BA3701DCE2}" type="slidenum">
              <a:rPr lang="en-US"/>
              <a:pPr/>
              <a:t>‹Nr.›</a:t>
            </a:fld>
            <a:endParaRPr lang="en-US"/>
          </a:p>
        </p:txBody>
      </p:sp>
    </p:spTree>
    <p:extLst>
      <p:ext uri="{BB962C8B-B14F-4D97-AF65-F5344CB8AC3E}">
        <p14:creationId xmlns:p14="http://schemas.microsoft.com/office/powerpoint/2010/main" val="2201555291"/>
      </p:ext>
    </p:extLst>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26E2E68A-E9B7-CD4F-AEFF-97D82AFDA512}" type="slidenum">
              <a:rPr lang="en-US"/>
              <a:pPr/>
              <a:t>‹Nr.›</a:t>
            </a:fld>
            <a:endParaRPr lang="en-US"/>
          </a:p>
        </p:txBody>
      </p:sp>
    </p:spTree>
    <p:extLst>
      <p:ext uri="{BB962C8B-B14F-4D97-AF65-F5344CB8AC3E}">
        <p14:creationId xmlns:p14="http://schemas.microsoft.com/office/powerpoint/2010/main" val="795127439"/>
      </p:ext>
    </p:extLst>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5BF5B974-8E65-474B-A5EB-3C3A83CB402E}" type="slidenum">
              <a:rPr lang="en-US"/>
              <a:pPr/>
              <a:t>‹Nr.›</a:t>
            </a:fld>
            <a:endParaRPr lang="en-US"/>
          </a:p>
        </p:txBody>
      </p:sp>
    </p:spTree>
    <p:extLst>
      <p:ext uri="{BB962C8B-B14F-4D97-AF65-F5344CB8AC3E}">
        <p14:creationId xmlns:p14="http://schemas.microsoft.com/office/powerpoint/2010/main" val="918928931"/>
      </p:ext>
    </p:extLst>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967383" y="1946674"/>
            <a:ext cx="3927574"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5011043" y="1946674"/>
            <a:ext cx="3927574"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C151CAFA-9E04-B549-9D4E-91A38391A26C}" type="slidenum">
              <a:rPr lang="en-US"/>
              <a:pPr/>
              <a:t>‹Nr.›</a:t>
            </a:fld>
            <a:endParaRPr lang="en-US"/>
          </a:p>
        </p:txBody>
      </p:sp>
    </p:spTree>
    <p:extLst>
      <p:ext uri="{BB962C8B-B14F-4D97-AF65-F5344CB8AC3E}">
        <p14:creationId xmlns:p14="http://schemas.microsoft.com/office/powerpoint/2010/main" val="4290927205"/>
      </p:ext>
    </p:extLst>
  </p:cSld>
  <p:clrMapOvr>
    <a:masterClrMapping/>
  </p:clrMapOv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489D7F2D-1FD0-5745-B68F-258CEF7D750D}" type="slidenum">
              <a:rPr lang="en-US"/>
              <a:pPr/>
              <a:t>‹Nr.›</a:t>
            </a:fld>
            <a:endParaRPr lang="en-US"/>
          </a:p>
        </p:txBody>
      </p:sp>
    </p:spTree>
    <p:extLst>
      <p:ext uri="{BB962C8B-B14F-4D97-AF65-F5344CB8AC3E}">
        <p14:creationId xmlns:p14="http://schemas.microsoft.com/office/powerpoint/2010/main" val="1625471822"/>
      </p:ext>
    </p:extLst>
  </p:cSld>
  <p:clrMapOvr>
    <a:masterClrMapping/>
  </p:clrMapOv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C8A5ED52-1A70-6F4B-A049-A32433FCE53E}" type="slidenum">
              <a:rPr lang="en-US"/>
              <a:pPr/>
              <a:t>‹Nr.›</a:t>
            </a:fld>
            <a:endParaRPr lang="en-US"/>
          </a:p>
        </p:txBody>
      </p:sp>
    </p:spTree>
    <p:extLst>
      <p:ext uri="{BB962C8B-B14F-4D97-AF65-F5344CB8AC3E}">
        <p14:creationId xmlns:p14="http://schemas.microsoft.com/office/powerpoint/2010/main" val="2966133748"/>
      </p:ext>
    </p:extLst>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445DA9BD-5043-FD4D-A858-A8F8258D42E2}" type="slidenum">
              <a:rPr lang="en-US"/>
              <a:pPr/>
              <a:t>‹Nr.›</a:t>
            </a:fld>
            <a:endParaRPr lang="en-US"/>
          </a:p>
        </p:txBody>
      </p:sp>
    </p:spTree>
    <p:extLst>
      <p:ext uri="{BB962C8B-B14F-4D97-AF65-F5344CB8AC3E}">
        <p14:creationId xmlns:p14="http://schemas.microsoft.com/office/powerpoint/2010/main" val="981561526"/>
      </p:ext>
    </p:extLst>
  </p:cSld>
  <p:clrMapOvr>
    <a:masterClrMapping/>
  </p:clrMapOv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A58CDE20-1383-3947-AF12-0B258E8D99B1}" type="slidenum">
              <a:rPr lang="en-US"/>
              <a:pPr/>
              <a:t>‹Nr.›</a:t>
            </a:fld>
            <a:endParaRPr lang="en-US"/>
          </a:p>
        </p:txBody>
      </p:sp>
    </p:spTree>
    <p:extLst>
      <p:ext uri="{BB962C8B-B14F-4D97-AF65-F5344CB8AC3E}">
        <p14:creationId xmlns:p14="http://schemas.microsoft.com/office/powerpoint/2010/main" val="3757255555"/>
      </p:ext>
    </p:extLst>
  </p:cSld>
  <p:clrMapOvr>
    <a:masterClrMapping/>
  </p:clrMapOv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FFB7FA5A-B9A3-4843-ADAA-40185A84F7F9}" type="slidenum">
              <a:rPr lang="en-US"/>
              <a:pPr/>
              <a:t>‹Nr.›</a:t>
            </a:fld>
            <a:endParaRPr lang="en-US"/>
          </a:p>
        </p:txBody>
      </p:sp>
    </p:spTree>
    <p:extLst>
      <p:ext uri="{BB962C8B-B14F-4D97-AF65-F5344CB8AC3E}">
        <p14:creationId xmlns:p14="http://schemas.microsoft.com/office/powerpoint/2010/main" val="466250782"/>
      </p:ext>
    </p:extLst>
  </p:cSld>
  <p:clrMapOvr>
    <a:masterClrMapping/>
  </p:clrMapOv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1416A00A-4B52-254D-BC15-C28EE522DABF}" type="slidenum">
              <a:rPr lang="en-US"/>
              <a:pPr/>
              <a:t>‹Nr.›</a:t>
            </a:fld>
            <a:endParaRPr lang="en-US"/>
          </a:p>
        </p:txBody>
      </p:sp>
    </p:spTree>
    <p:extLst>
      <p:ext uri="{BB962C8B-B14F-4D97-AF65-F5344CB8AC3E}">
        <p14:creationId xmlns:p14="http://schemas.microsoft.com/office/powerpoint/2010/main" val="4279854695"/>
      </p:ext>
    </p:extLst>
  </p:cSld>
  <p:clrMapOvr>
    <a:masterClrMapping/>
  </p:clrMapOv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78595"/>
            <a:ext cx="1992809" cy="5786438"/>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78595"/>
            <a:ext cx="5862341" cy="57864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C5E75AB3-B324-5D4F-8F07-63E43930A964}" type="slidenum">
              <a:rPr lang="en-US"/>
              <a:pPr/>
              <a:t>‹Nr.›</a:t>
            </a:fld>
            <a:endParaRPr lang="en-US"/>
          </a:p>
        </p:txBody>
      </p:sp>
    </p:spTree>
    <p:extLst>
      <p:ext uri="{BB962C8B-B14F-4D97-AF65-F5344CB8AC3E}">
        <p14:creationId xmlns:p14="http://schemas.microsoft.com/office/powerpoint/2010/main" val="2196845266"/>
      </p:ext>
    </p:extLst>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1C4AFC44-2145-434E-9B72-D00456F4B69E}" type="slidenum">
              <a:rPr lang="en-US"/>
              <a:pPr/>
              <a:t>‹Nr.›</a:t>
            </a:fld>
            <a:endParaRPr lang="en-US"/>
          </a:p>
        </p:txBody>
      </p:sp>
    </p:spTree>
    <p:extLst>
      <p:ext uri="{BB962C8B-B14F-4D97-AF65-F5344CB8AC3E}">
        <p14:creationId xmlns:p14="http://schemas.microsoft.com/office/powerpoint/2010/main" val="986186914"/>
      </p:ext>
    </p:extLst>
  </p:cSld>
  <p:clrMapOvr>
    <a:masterClrMapping/>
  </p:clrMapOv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C63E3730-25C4-7C42-BB6E-ED924D0E0E4A}" type="slidenum">
              <a:rPr lang="en-US"/>
              <a:pPr/>
              <a:t>‹Nr.›</a:t>
            </a:fld>
            <a:endParaRPr lang="en-US"/>
          </a:p>
        </p:txBody>
      </p:sp>
    </p:spTree>
    <p:extLst>
      <p:ext uri="{BB962C8B-B14F-4D97-AF65-F5344CB8AC3E}">
        <p14:creationId xmlns:p14="http://schemas.microsoft.com/office/powerpoint/2010/main" val="401122797"/>
      </p:ext>
    </p:extLst>
  </p:cSld>
  <p:clrMapOvr>
    <a:masterClrMapping/>
  </p:clrMapOv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31D9988B-F893-554D-A119-8042502CF09F}" type="slidenum">
              <a:rPr lang="en-US"/>
              <a:pPr/>
              <a:t>‹Nr.›</a:t>
            </a:fld>
            <a:endParaRPr lang="en-US"/>
          </a:p>
        </p:txBody>
      </p:sp>
    </p:spTree>
    <p:extLst>
      <p:ext uri="{BB962C8B-B14F-4D97-AF65-F5344CB8AC3E}">
        <p14:creationId xmlns:p14="http://schemas.microsoft.com/office/powerpoint/2010/main" val="3390984076"/>
      </p:ext>
    </p:extLst>
  </p:cSld>
  <p:clrMapOvr>
    <a:masterClrMapping/>
  </p:clrMapOvr>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920384" y="1946674"/>
            <a:ext cx="1451073"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7487544" y="1946674"/>
            <a:ext cx="1451073"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3FFA7AFE-539A-AF44-9CAB-816A58A01F49}" type="slidenum">
              <a:rPr lang="en-US"/>
              <a:pPr/>
              <a:t>‹Nr.›</a:t>
            </a:fld>
            <a:endParaRPr lang="en-US"/>
          </a:p>
        </p:txBody>
      </p:sp>
    </p:spTree>
    <p:extLst>
      <p:ext uri="{BB962C8B-B14F-4D97-AF65-F5344CB8AC3E}">
        <p14:creationId xmlns:p14="http://schemas.microsoft.com/office/powerpoint/2010/main" val="3876425817"/>
      </p:ext>
    </p:extLst>
  </p:cSld>
  <p:clrMapOvr>
    <a:masterClrMapping/>
  </p:clrMapOv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364C6AEE-6069-714D-AF89-3853C5D3E3B4}" type="slidenum">
              <a:rPr lang="en-US"/>
              <a:pPr/>
              <a:t>‹Nr.›</a:t>
            </a:fld>
            <a:endParaRPr lang="en-US"/>
          </a:p>
        </p:txBody>
      </p:sp>
    </p:spTree>
    <p:extLst>
      <p:ext uri="{BB962C8B-B14F-4D97-AF65-F5344CB8AC3E}">
        <p14:creationId xmlns:p14="http://schemas.microsoft.com/office/powerpoint/2010/main" val="1584238789"/>
      </p:ext>
    </p:extLst>
  </p:cSld>
  <p:clrMapOvr>
    <a:masterClrMapping/>
  </p:clrMapOv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D0CEC9A7-CE4F-CD44-B510-74CE5C985E74}" type="slidenum">
              <a:rPr lang="en-US"/>
              <a:pPr/>
              <a:t>‹Nr.›</a:t>
            </a:fld>
            <a:endParaRPr lang="en-US"/>
          </a:p>
        </p:txBody>
      </p:sp>
    </p:spTree>
    <p:extLst>
      <p:ext uri="{BB962C8B-B14F-4D97-AF65-F5344CB8AC3E}">
        <p14:creationId xmlns:p14="http://schemas.microsoft.com/office/powerpoint/2010/main" val="1212636862"/>
      </p:ext>
    </p:extLst>
  </p:cSld>
  <p:clrMapOvr>
    <a:masterClrMapping/>
  </p:clrMapOv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80BDBFCE-7C21-B24C-82F5-B62E9A8FB050}" type="slidenum">
              <a:rPr lang="en-US"/>
              <a:pPr/>
              <a:t>‹Nr.›</a:t>
            </a:fld>
            <a:endParaRPr lang="en-US"/>
          </a:p>
        </p:txBody>
      </p:sp>
    </p:spTree>
    <p:extLst>
      <p:ext uri="{BB962C8B-B14F-4D97-AF65-F5344CB8AC3E}">
        <p14:creationId xmlns:p14="http://schemas.microsoft.com/office/powerpoint/2010/main" val="3819535903"/>
      </p:ext>
    </p:extLst>
  </p:cSld>
  <p:clrMapOvr>
    <a:masterClrMapping/>
  </p:clrMapOv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6BA198B0-9AA0-E448-B79D-6443AB32149F}" type="slidenum">
              <a:rPr lang="en-US"/>
              <a:pPr/>
              <a:t>‹Nr.›</a:t>
            </a:fld>
            <a:endParaRPr lang="en-US"/>
          </a:p>
        </p:txBody>
      </p:sp>
    </p:spTree>
    <p:extLst>
      <p:ext uri="{BB962C8B-B14F-4D97-AF65-F5344CB8AC3E}">
        <p14:creationId xmlns:p14="http://schemas.microsoft.com/office/powerpoint/2010/main" val="1076602651"/>
      </p:ext>
    </p:extLst>
  </p:cSld>
  <p:clrMapOvr>
    <a:masterClrMapping/>
  </p:clrMapOv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63490A59-33E2-2145-AA9E-FA11788155C6}" type="slidenum">
              <a:rPr lang="en-US"/>
              <a:pPr/>
              <a:t>‹Nr.›</a:t>
            </a:fld>
            <a:endParaRPr lang="en-US"/>
          </a:p>
        </p:txBody>
      </p:sp>
    </p:spTree>
    <p:extLst>
      <p:ext uri="{BB962C8B-B14F-4D97-AF65-F5344CB8AC3E}">
        <p14:creationId xmlns:p14="http://schemas.microsoft.com/office/powerpoint/2010/main" val="3977115230"/>
      </p:ext>
    </p:extLst>
  </p:cSld>
  <p:clrMapOvr>
    <a:masterClrMapping/>
  </p:clrMapOv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43D72D70-643E-F044-9793-410191D2A946}" type="slidenum">
              <a:rPr lang="en-US"/>
              <a:pPr/>
              <a:t>‹Nr.›</a:t>
            </a:fld>
            <a:endParaRPr lang="en-US"/>
          </a:p>
        </p:txBody>
      </p:sp>
    </p:spTree>
    <p:extLst>
      <p:ext uri="{BB962C8B-B14F-4D97-AF65-F5344CB8AC3E}">
        <p14:creationId xmlns:p14="http://schemas.microsoft.com/office/powerpoint/2010/main" val="4095287048"/>
      </p:ext>
    </p:extLst>
  </p:cSld>
  <p:clrMapOvr>
    <a:masterClrMapping/>
  </p:clrMapOv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78595"/>
            <a:ext cx="1992809" cy="5786438"/>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78595"/>
            <a:ext cx="5862341" cy="57864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039C742E-E499-6242-A02B-D8ACAE1980C1}" type="slidenum">
              <a:rPr lang="en-US"/>
              <a:pPr/>
              <a:t>‹Nr.›</a:t>
            </a:fld>
            <a:endParaRPr lang="en-US"/>
          </a:p>
        </p:txBody>
      </p:sp>
    </p:spTree>
    <p:extLst>
      <p:ext uri="{BB962C8B-B14F-4D97-AF65-F5344CB8AC3E}">
        <p14:creationId xmlns:p14="http://schemas.microsoft.com/office/powerpoint/2010/main" val="1320658348"/>
      </p:ext>
    </p:extLst>
  </p:cSld>
  <p:clrMapOvr>
    <a:masterClrMapping/>
  </p:clrMapOv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467" y="2130848"/>
            <a:ext cx="8421067" cy="1470049"/>
          </a:xfrm>
        </p:spPr>
        <p:txBody>
          <a:bodyPr/>
          <a:lstStyle/>
          <a:p>
            <a:r>
              <a:rPr lang="de-DE"/>
              <a:t>Mastertitelformat bearbeiten</a:t>
            </a:r>
          </a:p>
        </p:txBody>
      </p:sp>
      <p:sp>
        <p:nvSpPr>
          <p:cNvPr id="3" name="Untertitel 2"/>
          <p:cNvSpPr>
            <a:spLocks noGrp="1"/>
          </p:cNvSpPr>
          <p:nvPr>
            <p:ph type="subTitle" idx="1"/>
          </p:nvPr>
        </p:nvSpPr>
        <p:spPr>
          <a:xfrm>
            <a:off x="1486144" y="3886648"/>
            <a:ext cx="6933716" cy="1752451"/>
          </a:xfrm>
        </p:spPr>
        <p:txBody>
          <a:bodyPr/>
          <a:lstStyle>
            <a:lvl1pPr marL="0" indent="0" algn="ctr">
              <a:buNone/>
              <a:defRPr/>
            </a:lvl1pPr>
            <a:lvl2pPr marL="336727" indent="0" algn="ctr">
              <a:buNone/>
              <a:defRPr/>
            </a:lvl2pPr>
            <a:lvl3pPr marL="673453" indent="0" algn="ctr">
              <a:buNone/>
              <a:defRPr/>
            </a:lvl3pPr>
            <a:lvl4pPr marL="1010179" indent="0" algn="ctr">
              <a:buNone/>
              <a:defRPr/>
            </a:lvl4pPr>
            <a:lvl5pPr marL="1346906" indent="0" algn="ctr">
              <a:buNone/>
              <a:defRPr/>
            </a:lvl5pPr>
            <a:lvl6pPr marL="1683632" indent="0" algn="ctr">
              <a:buNone/>
              <a:defRPr/>
            </a:lvl6pPr>
            <a:lvl7pPr marL="2020359" indent="0" algn="ctr">
              <a:buNone/>
              <a:defRPr/>
            </a:lvl7pPr>
            <a:lvl8pPr marL="2357085" indent="0" algn="ctr">
              <a:buNone/>
              <a:defRPr/>
            </a:lvl8pPr>
            <a:lvl9pPr marL="2693811" indent="0" algn="ctr">
              <a:buNone/>
              <a:defRPr/>
            </a:lvl9pPr>
          </a:lstStyle>
          <a:p>
            <a:r>
              <a:rPr lang="de-DE"/>
              <a:t>Master-Untertitelformat bearbeiten</a:t>
            </a:r>
          </a:p>
        </p:txBody>
      </p:sp>
      <p:sp>
        <p:nvSpPr>
          <p:cNvPr id="4" name="Text Box 3"/>
          <p:cNvSpPr txBox="1">
            <a:spLocks noGrp="1" noChangeArrowheads="1"/>
          </p:cNvSpPr>
          <p:nvPr>
            <p:ph type="sldNum" sz="quarter" idx="10"/>
          </p:nvPr>
        </p:nvSpPr>
        <p:spPr>
          <a:ln/>
        </p:spPr>
        <p:txBody>
          <a:bodyPr/>
          <a:lstStyle>
            <a:lvl1pPr>
              <a:defRPr/>
            </a:lvl1pPr>
          </a:lstStyle>
          <a:p>
            <a:fld id="{7A85B685-EF07-7E48-9BB1-6B3F398A1054}" type="slidenum">
              <a:rPr lang="en-US"/>
              <a:pPr/>
              <a:t>‹Nr.›</a:t>
            </a:fld>
            <a:endParaRPr lang="en-US"/>
          </a:p>
        </p:txBody>
      </p:sp>
    </p:spTree>
    <p:extLst>
      <p:ext uri="{BB962C8B-B14F-4D97-AF65-F5344CB8AC3E}">
        <p14:creationId xmlns:p14="http://schemas.microsoft.com/office/powerpoint/2010/main" val="472872363"/>
      </p:ext>
    </p:extLst>
  </p:cSld>
  <p:clrMapOvr>
    <a:masterClrMapping/>
  </p:clrMapOv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FFE43238-7996-7244-8033-85B35256F0F2}" type="slidenum">
              <a:rPr lang="en-US"/>
              <a:pPr/>
              <a:t>‹Nr.›</a:t>
            </a:fld>
            <a:endParaRPr lang="en-US"/>
          </a:p>
        </p:txBody>
      </p:sp>
    </p:spTree>
    <p:extLst>
      <p:ext uri="{BB962C8B-B14F-4D97-AF65-F5344CB8AC3E}">
        <p14:creationId xmlns:p14="http://schemas.microsoft.com/office/powerpoint/2010/main" val="3072094973"/>
      </p:ext>
    </p:extLst>
  </p:cSld>
  <p:clrMapOvr>
    <a:masterClrMapping/>
  </p:clrMapOv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373" y="4406801"/>
            <a:ext cx="8419858" cy="1361779"/>
          </a:xfrm>
        </p:spPr>
        <p:txBody>
          <a:bodyPr anchor="t"/>
          <a:lstStyle>
            <a:lvl1pPr algn="l">
              <a:defRPr sz="2900" b="1" cap="all"/>
            </a:lvl1pPr>
          </a:lstStyle>
          <a:p>
            <a:r>
              <a:rPr lang="de-DE"/>
              <a:t>Mastertitelformat bearbeiten</a:t>
            </a:r>
          </a:p>
        </p:txBody>
      </p:sp>
      <p:sp>
        <p:nvSpPr>
          <p:cNvPr id="3" name="Textplatzhalter 2"/>
          <p:cNvSpPr>
            <a:spLocks noGrp="1"/>
          </p:cNvSpPr>
          <p:nvPr>
            <p:ph type="body" idx="1"/>
          </p:nvPr>
        </p:nvSpPr>
        <p:spPr>
          <a:xfrm>
            <a:off x="782373" y="2906616"/>
            <a:ext cx="8419858" cy="1500187"/>
          </a:xfrm>
        </p:spPr>
        <p:txBody>
          <a:bodyPr anchor="b"/>
          <a:lstStyle>
            <a:lvl1pPr marL="0" indent="0">
              <a:buNone/>
              <a:defRPr sz="1500"/>
            </a:lvl1pPr>
            <a:lvl2pPr marL="336727" indent="0">
              <a:buNone/>
              <a:defRPr sz="1300"/>
            </a:lvl2pPr>
            <a:lvl3pPr marL="673453" indent="0">
              <a:buNone/>
              <a:defRPr sz="1200"/>
            </a:lvl3pPr>
            <a:lvl4pPr marL="1010179" indent="0">
              <a:buNone/>
              <a:defRPr sz="1000"/>
            </a:lvl4pPr>
            <a:lvl5pPr marL="1346906" indent="0">
              <a:buNone/>
              <a:defRPr sz="1000"/>
            </a:lvl5pPr>
            <a:lvl6pPr marL="1683632" indent="0">
              <a:buNone/>
              <a:defRPr sz="1000"/>
            </a:lvl6pPr>
            <a:lvl7pPr marL="2020359" indent="0">
              <a:buNone/>
              <a:defRPr sz="1000"/>
            </a:lvl7pPr>
            <a:lvl8pPr marL="2357085" indent="0">
              <a:buNone/>
              <a:defRPr sz="1000"/>
            </a:lvl8pPr>
            <a:lvl9pPr marL="2693811" indent="0">
              <a:buNone/>
              <a:defRPr sz="1000"/>
            </a:lvl9pPr>
          </a:lstStyle>
          <a:p>
            <a:pPr lvl="0"/>
            <a:r>
              <a:rPr lang="de-DE"/>
              <a:t>Mastertextformat bearbeiten</a:t>
            </a:r>
          </a:p>
        </p:txBody>
      </p:sp>
      <p:sp>
        <p:nvSpPr>
          <p:cNvPr id="4" name="Text Box 3"/>
          <p:cNvSpPr txBox="1">
            <a:spLocks noGrp="1" noChangeArrowheads="1"/>
          </p:cNvSpPr>
          <p:nvPr>
            <p:ph type="sldNum" sz="quarter" idx="10"/>
          </p:nvPr>
        </p:nvSpPr>
        <p:spPr>
          <a:ln/>
        </p:spPr>
        <p:txBody>
          <a:bodyPr/>
          <a:lstStyle>
            <a:lvl1pPr>
              <a:defRPr/>
            </a:lvl1pPr>
          </a:lstStyle>
          <a:p>
            <a:fld id="{67DF9FDF-BA64-3A44-AF85-4B37274F331F}" type="slidenum">
              <a:rPr lang="en-US"/>
              <a:pPr/>
              <a:t>‹Nr.›</a:t>
            </a:fld>
            <a:endParaRPr lang="en-US"/>
          </a:p>
        </p:txBody>
      </p:sp>
    </p:spTree>
    <p:extLst>
      <p:ext uri="{BB962C8B-B14F-4D97-AF65-F5344CB8AC3E}">
        <p14:creationId xmlns:p14="http://schemas.microsoft.com/office/powerpoint/2010/main" val="150922578"/>
      </p:ext>
    </p:extLst>
  </p:cSld>
  <p:clrMapOvr>
    <a:masterClrMapping/>
  </p:clrMapOv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967383" y="1946674"/>
            <a:ext cx="1862212"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2945681" y="1946674"/>
            <a:ext cx="1862212" cy="4018359"/>
          </a:xfrm>
        </p:spPr>
        <p:txBody>
          <a:bodyPr/>
          <a:lstStyle>
            <a:lvl1pPr>
              <a:defRPr sz="2000"/>
            </a:lvl1pPr>
            <a:lvl2pPr>
              <a:defRPr sz="1800"/>
            </a:lvl2pPr>
            <a:lvl3pPr>
              <a:defRPr sz="1500"/>
            </a:lvl3pPr>
            <a:lvl4pPr>
              <a:defRPr sz="1300"/>
            </a:lvl4pPr>
            <a:lvl5pPr>
              <a:defRPr sz="1300"/>
            </a:lvl5pPr>
            <a:lvl6pPr>
              <a:defRPr sz="1300"/>
            </a:lvl6pPr>
            <a:lvl7pPr>
              <a:defRPr sz="1300"/>
            </a:lvl7pPr>
            <a:lvl8pPr>
              <a:defRPr sz="1300"/>
            </a:lvl8pPr>
            <a:lvl9pPr>
              <a:defRPr sz="13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 Box 3"/>
          <p:cNvSpPr txBox="1">
            <a:spLocks noGrp="1" noChangeArrowheads="1"/>
          </p:cNvSpPr>
          <p:nvPr>
            <p:ph type="sldNum" sz="quarter" idx="10"/>
          </p:nvPr>
        </p:nvSpPr>
        <p:spPr>
          <a:ln/>
        </p:spPr>
        <p:txBody>
          <a:bodyPr/>
          <a:lstStyle>
            <a:lvl1pPr>
              <a:defRPr/>
            </a:lvl1pPr>
          </a:lstStyle>
          <a:p>
            <a:fld id="{763C4526-CA0C-C84B-898F-511FAE44F1EC}" type="slidenum">
              <a:rPr lang="en-US"/>
              <a:pPr/>
              <a:t>‹Nr.›</a:t>
            </a:fld>
            <a:endParaRPr lang="en-US"/>
          </a:p>
        </p:txBody>
      </p:sp>
    </p:spTree>
    <p:extLst>
      <p:ext uri="{BB962C8B-B14F-4D97-AF65-F5344CB8AC3E}">
        <p14:creationId xmlns:p14="http://schemas.microsoft.com/office/powerpoint/2010/main" val="4190533303"/>
      </p:ext>
    </p:extLst>
  </p:cSld>
  <p:clrMapOvr>
    <a:masterClrMapping/>
  </p:clrMapOv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95784" y="274589"/>
            <a:ext cx="8914433" cy="1143000"/>
          </a:xfrm>
        </p:spPr>
        <p:txBody>
          <a:bodyPr/>
          <a:lstStyle>
            <a:lvl1pPr>
              <a:defRPr/>
            </a:lvl1pPr>
          </a:lstStyle>
          <a:p>
            <a:r>
              <a:rPr lang="de-DE"/>
              <a:t>Mastertitelformat bearbeiten</a:t>
            </a:r>
          </a:p>
        </p:txBody>
      </p:sp>
      <p:sp>
        <p:nvSpPr>
          <p:cNvPr id="3" name="Textplatzhalter 2"/>
          <p:cNvSpPr>
            <a:spLocks noGrp="1"/>
          </p:cNvSpPr>
          <p:nvPr>
            <p:ph type="body" idx="1"/>
          </p:nvPr>
        </p:nvSpPr>
        <p:spPr>
          <a:xfrm>
            <a:off x="495784" y="1534791"/>
            <a:ext cx="4376198"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4" name="Inhaltsplatzhalter 3"/>
          <p:cNvSpPr>
            <a:spLocks noGrp="1"/>
          </p:cNvSpPr>
          <p:nvPr>
            <p:ph sz="half" idx="2"/>
          </p:nvPr>
        </p:nvSpPr>
        <p:spPr>
          <a:xfrm>
            <a:off x="495784" y="2174381"/>
            <a:ext cx="4376198"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5031602" y="1534791"/>
            <a:ext cx="4378616" cy="639589"/>
          </a:xfrm>
        </p:spPr>
        <p:txBody>
          <a:bodyPr anchor="b"/>
          <a:lstStyle>
            <a:lvl1pPr marL="0" indent="0">
              <a:buNone/>
              <a:defRPr sz="1800" b="1"/>
            </a:lvl1pPr>
            <a:lvl2pPr marL="336727" indent="0">
              <a:buNone/>
              <a:defRPr sz="1500" b="1"/>
            </a:lvl2pPr>
            <a:lvl3pPr marL="673453" indent="0">
              <a:buNone/>
              <a:defRPr sz="1300" b="1"/>
            </a:lvl3pPr>
            <a:lvl4pPr marL="1010179" indent="0">
              <a:buNone/>
              <a:defRPr sz="1200" b="1"/>
            </a:lvl4pPr>
            <a:lvl5pPr marL="1346906" indent="0">
              <a:buNone/>
              <a:defRPr sz="1200" b="1"/>
            </a:lvl5pPr>
            <a:lvl6pPr marL="1683632" indent="0">
              <a:buNone/>
              <a:defRPr sz="1200" b="1"/>
            </a:lvl6pPr>
            <a:lvl7pPr marL="2020359" indent="0">
              <a:buNone/>
              <a:defRPr sz="1200" b="1"/>
            </a:lvl7pPr>
            <a:lvl8pPr marL="2357085" indent="0">
              <a:buNone/>
              <a:defRPr sz="1200" b="1"/>
            </a:lvl8pPr>
            <a:lvl9pPr marL="2693811" indent="0">
              <a:buNone/>
              <a:defRPr sz="1200" b="1"/>
            </a:lvl9pPr>
          </a:lstStyle>
          <a:p>
            <a:pPr lvl="0"/>
            <a:r>
              <a:rPr lang="de-DE"/>
              <a:t>Mastertextformat bearbeiten</a:t>
            </a:r>
          </a:p>
        </p:txBody>
      </p:sp>
      <p:sp>
        <p:nvSpPr>
          <p:cNvPr id="6" name="Inhaltsplatzhalter 5"/>
          <p:cNvSpPr>
            <a:spLocks noGrp="1"/>
          </p:cNvSpPr>
          <p:nvPr>
            <p:ph sz="quarter" idx="4"/>
          </p:nvPr>
        </p:nvSpPr>
        <p:spPr>
          <a:xfrm>
            <a:off x="5031602" y="2174381"/>
            <a:ext cx="4378616" cy="3951386"/>
          </a:xfrm>
        </p:spPr>
        <p:txBody>
          <a:bodyPr/>
          <a:lstStyle>
            <a:lvl1pPr>
              <a:defRPr sz="1800"/>
            </a:lvl1pPr>
            <a:lvl2pPr>
              <a:defRPr sz="1500"/>
            </a:lvl2pPr>
            <a:lvl3pPr>
              <a:defRPr sz="1300"/>
            </a:lvl3pPr>
            <a:lvl4pPr>
              <a:defRPr sz="1200"/>
            </a:lvl4pPr>
            <a:lvl5pPr>
              <a:defRPr sz="1200"/>
            </a:lvl5pPr>
            <a:lvl6pPr>
              <a:defRPr sz="1200"/>
            </a:lvl6pPr>
            <a:lvl7pPr>
              <a:defRPr sz="1200"/>
            </a:lvl7pPr>
            <a:lvl8pPr>
              <a:defRPr sz="1200"/>
            </a:lvl8pPr>
            <a:lvl9pPr>
              <a:defRPr sz="12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 Box 3"/>
          <p:cNvSpPr txBox="1">
            <a:spLocks noGrp="1" noChangeArrowheads="1"/>
          </p:cNvSpPr>
          <p:nvPr>
            <p:ph type="sldNum" sz="quarter" idx="10"/>
          </p:nvPr>
        </p:nvSpPr>
        <p:spPr>
          <a:ln/>
        </p:spPr>
        <p:txBody>
          <a:bodyPr/>
          <a:lstStyle>
            <a:lvl1pPr>
              <a:defRPr/>
            </a:lvl1pPr>
          </a:lstStyle>
          <a:p>
            <a:fld id="{14217425-7E45-5E45-AF4D-237CF9CB7586}" type="slidenum">
              <a:rPr lang="en-US"/>
              <a:pPr/>
              <a:t>‹Nr.›</a:t>
            </a:fld>
            <a:endParaRPr lang="en-US"/>
          </a:p>
        </p:txBody>
      </p:sp>
    </p:spTree>
    <p:extLst>
      <p:ext uri="{BB962C8B-B14F-4D97-AF65-F5344CB8AC3E}">
        <p14:creationId xmlns:p14="http://schemas.microsoft.com/office/powerpoint/2010/main" val="54163636"/>
      </p:ext>
    </p:extLst>
  </p:cSld>
  <p:clrMapOvr>
    <a:masterClrMapping/>
  </p:clrMapOv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 Box 3"/>
          <p:cNvSpPr txBox="1">
            <a:spLocks noGrp="1" noChangeArrowheads="1"/>
          </p:cNvSpPr>
          <p:nvPr>
            <p:ph type="sldNum" sz="quarter" idx="10"/>
          </p:nvPr>
        </p:nvSpPr>
        <p:spPr>
          <a:ln/>
        </p:spPr>
        <p:txBody>
          <a:bodyPr/>
          <a:lstStyle>
            <a:lvl1pPr>
              <a:defRPr/>
            </a:lvl1pPr>
          </a:lstStyle>
          <a:p>
            <a:fld id="{4079C388-4E46-9C4F-A799-FDC0F01E2E0D}" type="slidenum">
              <a:rPr lang="en-US"/>
              <a:pPr/>
              <a:t>‹Nr.›</a:t>
            </a:fld>
            <a:endParaRPr lang="en-US"/>
          </a:p>
        </p:txBody>
      </p:sp>
    </p:spTree>
    <p:extLst>
      <p:ext uri="{BB962C8B-B14F-4D97-AF65-F5344CB8AC3E}">
        <p14:creationId xmlns:p14="http://schemas.microsoft.com/office/powerpoint/2010/main" val="3560532913"/>
      </p:ext>
    </p:extLst>
  </p:cSld>
  <p:clrMapOvr>
    <a:masterClrMapping/>
  </p:clrMapOv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fld id="{829115BF-7497-5543-B3EC-A445806A6143}" type="slidenum">
              <a:rPr lang="en-US"/>
              <a:pPr/>
              <a:t>‹Nr.›</a:t>
            </a:fld>
            <a:endParaRPr lang="en-US"/>
          </a:p>
        </p:txBody>
      </p:sp>
    </p:spTree>
    <p:extLst>
      <p:ext uri="{BB962C8B-B14F-4D97-AF65-F5344CB8AC3E}">
        <p14:creationId xmlns:p14="http://schemas.microsoft.com/office/powerpoint/2010/main" val="11741460"/>
      </p:ext>
    </p:extLst>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786" y="273474"/>
            <a:ext cx="3258871" cy="1161975"/>
          </a:xfrm>
        </p:spPr>
        <p:txBody>
          <a:bodyPr anchor="b"/>
          <a:lstStyle>
            <a:lvl1pPr algn="l">
              <a:defRPr sz="1500" b="1"/>
            </a:lvl1pPr>
          </a:lstStyle>
          <a:p>
            <a:r>
              <a:rPr lang="de-DE"/>
              <a:t>Mastertitelformat bearbeiten</a:t>
            </a:r>
          </a:p>
        </p:txBody>
      </p:sp>
      <p:sp>
        <p:nvSpPr>
          <p:cNvPr id="3" name="Inhaltsplatzhalter 2"/>
          <p:cNvSpPr>
            <a:spLocks noGrp="1"/>
          </p:cNvSpPr>
          <p:nvPr>
            <p:ph idx="1"/>
          </p:nvPr>
        </p:nvSpPr>
        <p:spPr>
          <a:xfrm>
            <a:off x="3873159" y="273473"/>
            <a:ext cx="5537057" cy="5852294"/>
          </a:xfrm>
        </p:spPr>
        <p:txBody>
          <a:bodyPr/>
          <a:lstStyle>
            <a:lvl1pPr>
              <a:defRPr sz="2400"/>
            </a:lvl1pPr>
            <a:lvl2pPr>
              <a:defRPr sz="20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95786" y="1435449"/>
            <a:ext cx="3258871" cy="469031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539BF4B5-19E2-BE47-AD3C-19838EA568D1}" type="slidenum">
              <a:rPr lang="en-US"/>
              <a:pPr/>
              <a:t>‹Nr.›</a:t>
            </a:fld>
            <a:endParaRPr lang="en-US"/>
          </a:p>
        </p:txBody>
      </p:sp>
    </p:spTree>
    <p:extLst>
      <p:ext uri="{BB962C8B-B14F-4D97-AF65-F5344CB8AC3E}">
        <p14:creationId xmlns:p14="http://schemas.microsoft.com/office/powerpoint/2010/main" val="2284658460"/>
      </p:ext>
    </p:extLst>
  </p:cSld>
  <p:clrMapOvr>
    <a:masterClrMapping/>
  </p:clrMapOv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2022" y="4800823"/>
            <a:ext cx="5943359" cy="567035"/>
          </a:xfrm>
        </p:spPr>
        <p:txBody>
          <a:bodyPr anchor="b"/>
          <a:lstStyle>
            <a:lvl1pPr algn="l">
              <a:defRPr sz="1500" b="1"/>
            </a:lvl1pPr>
          </a:lstStyle>
          <a:p>
            <a:r>
              <a:rPr lang="de-DE"/>
              <a:t>Mastertitelformat bearbeiten</a:t>
            </a:r>
          </a:p>
        </p:txBody>
      </p:sp>
      <p:sp>
        <p:nvSpPr>
          <p:cNvPr id="3" name="Bildplatzhalter 2"/>
          <p:cNvSpPr>
            <a:spLocks noGrp="1"/>
          </p:cNvSpPr>
          <p:nvPr>
            <p:ph type="pic" idx="1"/>
          </p:nvPr>
        </p:nvSpPr>
        <p:spPr>
          <a:xfrm>
            <a:off x="1942022" y="612801"/>
            <a:ext cx="5943359" cy="4114354"/>
          </a:xfrm>
        </p:spPr>
        <p:txBody>
          <a:bodyPr/>
          <a:lstStyle>
            <a:lvl1pPr marL="0" indent="0">
              <a:buNone/>
              <a:defRPr sz="2400"/>
            </a:lvl1pPr>
            <a:lvl2pPr marL="336727" indent="0">
              <a:buNone/>
              <a:defRPr sz="2000"/>
            </a:lvl2pPr>
            <a:lvl3pPr marL="673453" indent="0">
              <a:buNone/>
              <a:defRPr sz="1800"/>
            </a:lvl3pPr>
            <a:lvl4pPr marL="1010179" indent="0">
              <a:buNone/>
              <a:defRPr sz="1500"/>
            </a:lvl4pPr>
            <a:lvl5pPr marL="1346906" indent="0">
              <a:buNone/>
              <a:defRPr sz="1500"/>
            </a:lvl5pPr>
            <a:lvl6pPr marL="1683632" indent="0">
              <a:buNone/>
              <a:defRPr sz="1500"/>
            </a:lvl6pPr>
            <a:lvl7pPr marL="2020359" indent="0">
              <a:buNone/>
              <a:defRPr sz="1500"/>
            </a:lvl7pPr>
            <a:lvl8pPr marL="2357085" indent="0">
              <a:buNone/>
              <a:defRPr sz="1500"/>
            </a:lvl8pPr>
            <a:lvl9pPr marL="2693811" indent="0">
              <a:buNone/>
              <a:defRPr sz="1500"/>
            </a:lvl9pPr>
          </a:lstStyle>
          <a:p>
            <a:pPr lvl="0"/>
            <a:endParaRPr lang="de-DE" noProof="0">
              <a:sym typeface="Gill Sans" charset="0"/>
            </a:endParaRPr>
          </a:p>
        </p:txBody>
      </p:sp>
      <p:sp>
        <p:nvSpPr>
          <p:cNvPr id="4" name="Textplatzhalter 3"/>
          <p:cNvSpPr>
            <a:spLocks noGrp="1"/>
          </p:cNvSpPr>
          <p:nvPr>
            <p:ph type="body" sz="half" idx="2"/>
          </p:nvPr>
        </p:nvSpPr>
        <p:spPr>
          <a:xfrm>
            <a:off x="1942022" y="5367860"/>
            <a:ext cx="5943359" cy="804788"/>
          </a:xfrm>
        </p:spPr>
        <p:txBody>
          <a:bodyPr/>
          <a:lstStyle>
            <a:lvl1pPr marL="0" indent="0">
              <a:buNone/>
              <a:defRPr sz="1000"/>
            </a:lvl1pPr>
            <a:lvl2pPr marL="336727" indent="0">
              <a:buNone/>
              <a:defRPr sz="900"/>
            </a:lvl2pPr>
            <a:lvl3pPr marL="673453" indent="0">
              <a:buNone/>
              <a:defRPr sz="700"/>
            </a:lvl3pPr>
            <a:lvl4pPr marL="1010179" indent="0">
              <a:buNone/>
              <a:defRPr sz="700"/>
            </a:lvl4pPr>
            <a:lvl5pPr marL="1346906" indent="0">
              <a:buNone/>
              <a:defRPr sz="700"/>
            </a:lvl5pPr>
            <a:lvl6pPr marL="1683632" indent="0">
              <a:buNone/>
              <a:defRPr sz="700"/>
            </a:lvl6pPr>
            <a:lvl7pPr marL="2020359" indent="0">
              <a:buNone/>
              <a:defRPr sz="700"/>
            </a:lvl7pPr>
            <a:lvl8pPr marL="2357085" indent="0">
              <a:buNone/>
              <a:defRPr sz="700"/>
            </a:lvl8pPr>
            <a:lvl9pPr marL="2693811" indent="0">
              <a:buNone/>
              <a:defRPr sz="700"/>
            </a:lvl9pPr>
          </a:lstStyle>
          <a:p>
            <a:pPr lvl="0"/>
            <a:r>
              <a:rPr lang="de-DE"/>
              <a:t>Mastertextformat bearbeiten</a:t>
            </a:r>
          </a:p>
        </p:txBody>
      </p:sp>
      <p:sp>
        <p:nvSpPr>
          <p:cNvPr id="5" name="Text Box 3"/>
          <p:cNvSpPr txBox="1">
            <a:spLocks noGrp="1" noChangeArrowheads="1"/>
          </p:cNvSpPr>
          <p:nvPr>
            <p:ph type="sldNum" sz="quarter" idx="10"/>
          </p:nvPr>
        </p:nvSpPr>
        <p:spPr>
          <a:ln/>
        </p:spPr>
        <p:txBody>
          <a:bodyPr/>
          <a:lstStyle>
            <a:lvl1pPr>
              <a:defRPr/>
            </a:lvl1pPr>
          </a:lstStyle>
          <a:p>
            <a:fld id="{8EC78D53-0A83-374B-8711-00EDD78C4A97}" type="slidenum">
              <a:rPr lang="en-US"/>
              <a:pPr/>
              <a:t>‹Nr.›</a:t>
            </a:fld>
            <a:endParaRPr lang="en-US"/>
          </a:p>
        </p:txBody>
      </p:sp>
    </p:spTree>
    <p:extLst>
      <p:ext uri="{BB962C8B-B14F-4D97-AF65-F5344CB8AC3E}">
        <p14:creationId xmlns:p14="http://schemas.microsoft.com/office/powerpoint/2010/main" val="282803914"/>
      </p:ext>
    </p:extLst>
  </p:cSld>
  <p:clrMapOvr>
    <a:masterClrMapping/>
  </p:clrMapOv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Vertikaler Textplatzhalt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73F01F82-F365-7C45-9F7C-4B9357920359}" type="slidenum">
              <a:rPr lang="en-US"/>
              <a:pPr/>
              <a:t>‹Nr.›</a:t>
            </a:fld>
            <a:endParaRPr lang="en-US"/>
          </a:p>
        </p:txBody>
      </p:sp>
    </p:spTree>
    <p:extLst>
      <p:ext uri="{BB962C8B-B14F-4D97-AF65-F5344CB8AC3E}">
        <p14:creationId xmlns:p14="http://schemas.microsoft.com/office/powerpoint/2010/main" val="1857042805"/>
      </p:ext>
    </p:extLst>
  </p:cSld>
  <p:clrMapOvr>
    <a:masterClrMapping/>
  </p:clrMapOv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945810" y="178595"/>
            <a:ext cx="1992809" cy="5786438"/>
          </a:xfrm>
        </p:spPr>
        <p:txBody>
          <a:bodyPr vert="eaVert"/>
          <a:lstStyle/>
          <a:p>
            <a:r>
              <a:rPr lang="de-DE"/>
              <a:t>Mastertitelformat bearbeiten</a:t>
            </a:r>
          </a:p>
        </p:txBody>
      </p:sp>
      <p:sp>
        <p:nvSpPr>
          <p:cNvPr id="3" name="Vertikaler Textplatzhalter 2"/>
          <p:cNvSpPr>
            <a:spLocks noGrp="1"/>
          </p:cNvSpPr>
          <p:nvPr>
            <p:ph type="body" orient="vert" idx="1"/>
          </p:nvPr>
        </p:nvSpPr>
        <p:spPr>
          <a:xfrm>
            <a:off x="967383" y="178595"/>
            <a:ext cx="5862341" cy="57864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 Box 3"/>
          <p:cNvSpPr txBox="1">
            <a:spLocks noGrp="1" noChangeArrowheads="1"/>
          </p:cNvSpPr>
          <p:nvPr>
            <p:ph type="sldNum" sz="quarter" idx="10"/>
          </p:nvPr>
        </p:nvSpPr>
        <p:spPr>
          <a:ln/>
        </p:spPr>
        <p:txBody>
          <a:bodyPr/>
          <a:lstStyle>
            <a:lvl1pPr>
              <a:defRPr/>
            </a:lvl1pPr>
          </a:lstStyle>
          <a:p>
            <a:fld id="{CAAEE755-FDC4-BC4D-A8B3-98D33F130C9E}" type="slidenum">
              <a:rPr lang="en-US"/>
              <a:pPr/>
              <a:t>‹Nr.›</a:t>
            </a:fld>
            <a:endParaRPr lang="en-US"/>
          </a:p>
        </p:txBody>
      </p:sp>
    </p:spTree>
    <p:extLst>
      <p:ext uri="{BB962C8B-B14F-4D97-AF65-F5344CB8AC3E}">
        <p14:creationId xmlns:p14="http://schemas.microsoft.com/office/powerpoint/2010/main" val="238343886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de-DE">
                <a:sym typeface="Gill Sans" charset="0"/>
              </a:rPr>
              <a:t>Mastertitelformat bearbeiten</a:t>
            </a:r>
            <a:endParaRPr lang="en-US">
              <a:sym typeface="Gill Sans" charset="0"/>
            </a:endParaRPr>
          </a:p>
        </p:txBody>
      </p:sp>
      <p:sp>
        <p:nvSpPr>
          <p:cNvPr id="2" name="Text Box 2"/>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66D3D9B2-E3ED-0942-95CD-735A8F011A82}"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hf hdr="0" ftr="0" dt="0"/>
  <p:txStyles>
    <p:titleStyle>
      <a:lvl1pPr algn="ctr" rtl="0" eaLnBrk="1" fontAlgn="base" hangingPunct="1">
        <a:spcBef>
          <a:spcPct val="0"/>
        </a:spcBef>
        <a:spcAft>
          <a:spcPct val="0"/>
        </a:spcAft>
        <a:defRPr sz="6200">
          <a:solidFill>
            <a:schemeClr val="tx1"/>
          </a:solidFill>
          <a:latin typeface="+mj-lt"/>
          <a:ea typeface="+mj-ea"/>
          <a:cs typeface="+mj-cs"/>
          <a:sym typeface="Gill Sans" charset="0"/>
        </a:defRPr>
      </a:lvl1pPr>
      <a:lvl2pPr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eaLnBrk="1" fontAlgn="base" hangingPunct="1">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654050" indent="-420688" algn="l" rtl="0" eaLnBrk="1" fontAlgn="base" hangingPunct="1">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1pPr>
      <a:lvl2pPr marL="981075" indent="-420688" algn="l" rtl="0" eaLnBrk="1" fontAlgn="base" hangingPunct="1">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2pPr>
      <a:lvl3pPr marL="1308100" indent="-420688" algn="l" rtl="0" eaLnBrk="1" fontAlgn="base" hangingPunct="1">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3pPr>
      <a:lvl4pPr marL="1636713" indent="-420688" algn="l" rtl="0" eaLnBrk="1" fontAlgn="base" hangingPunct="1">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4pPr>
      <a:lvl5pPr marL="1963738" indent="-420688" algn="l" rtl="0" eaLnBrk="1" fontAlgn="base" hangingPunct="1">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5pPr>
      <a:lvl6pPr marL="2300964" indent="-420909" algn="l" rtl="0" eaLnBrk="1" fontAlgn="base" hangingPunct="1">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6pPr>
      <a:lvl7pPr marL="2637690" indent="-420909" algn="l" rtl="0" eaLnBrk="1" fontAlgn="base" hangingPunct="1">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7pPr>
      <a:lvl8pPr marL="2974417" indent="-420909" algn="l" rtl="0" eaLnBrk="1" fontAlgn="base" hangingPunct="1">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8pPr>
      <a:lvl9pPr marL="3311144" indent="-420909" algn="l" rtl="0" eaLnBrk="1" fontAlgn="base" hangingPunct="1">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2051" name="Rectangle 2"/>
          <p:cNvSpPr>
            <a:spLocks noGrp="1" noChangeArrowheads="1"/>
          </p:cNvSpPr>
          <p:nvPr>
            <p:ph type="body" idx="1"/>
          </p:nvPr>
        </p:nvSpPr>
        <p:spPr bwMode="auto">
          <a:xfrm>
            <a:off x="966788" y="1946275"/>
            <a:ext cx="7972425" cy="4019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9FFB20E6-4514-474B-A567-EA4C968B4601}"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615950"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1pPr>
      <a:lvl2pPr marL="944563"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2pPr>
      <a:lvl3pPr marL="1271588"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3pPr>
      <a:lvl4pPr marL="1598613"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4pPr>
      <a:lvl5pPr marL="1925638"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5pPr>
      <a:lvl6pPr marL="2263549"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6pPr>
      <a:lvl7pPr marL="2600276"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7pPr>
      <a:lvl8pPr marL="2937002"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8pPr>
      <a:lvl9pPr marL="3273730"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bwMode="auto">
          <a:xfrm>
            <a:off x="966788" y="2089150"/>
            <a:ext cx="7972425" cy="2679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2" name="Text Box 2"/>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CBE3D22D-A4BA-EA4C-AC89-87F9347190B3}"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7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7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7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7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700">
          <a:solidFill>
            <a:schemeClr val="tx1"/>
          </a:solidFill>
          <a:latin typeface="+mn-lt"/>
          <a:ea typeface="+mn-ea"/>
          <a:cs typeface="+mn-cs"/>
          <a:sym typeface="Gill Sans" charset="0"/>
        </a:defRPr>
      </a:lvl5pPr>
      <a:lvl6pPr marL="336727" algn="ctr" rtl="0" fontAlgn="base">
        <a:spcBef>
          <a:spcPct val="0"/>
        </a:spcBef>
        <a:spcAft>
          <a:spcPct val="0"/>
        </a:spcAft>
        <a:defRPr sz="2700">
          <a:solidFill>
            <a:schemeClr val="tx1"/>
          </a:solidFill>
          <a:latin typeface="+mn-lt"/>
          <a:ea typeface="+mn-ea"/>
          <a:cs typeface="+mn-cs"/>
          <a:sym typeface="Gill Sans" charset="0"/>
        </a:defRPr>
      </a:lvl6pPr>
      <a:lvl7pPr marL="673453" algn="ctr" rtl="0" fontAlgn="base">
        <a:spcBef>
          <a:spcPct val="0"/>
        </a:spcBef>
        <a:spcAft>
          <a:spcPct val="0"/>
        </a:spcAft>
        <a:defRPr sz="2700">
          <a:solidFill>
            <a:schemeClr val="tx1"/>
          </a:solidFill>
          <a:latin typeface="+mn-lt"/>
          <a:ea typeface="+mn-ea"/>
          <a:cs typeface="+mn-cs"/>
          <a:sym typeface="Gill Sans" charset="0"/>
        </a:defRPr>
      </a:lvl7pPr>
      <a:lvl8pPr marL="1010179" algn="ctr" rtl="0" fontAlgn="base">
        <a:spcBef>
          <a:spcPct val="0"/>
        </a:spcBef>
        <a:spcAft>
          <a:spcPct val="0"/>
        </a:spcAft>
        <a:defRPr sz="2700">
          <a:solidFill>
            <a:schemeClr val="tx1"/>
          </a:solidFill>
          <a:latin typeface="+mn-lt"/>
          <a:ea typeface="+mn-ea"/>
          <a:cs typeface="+mn-cs"/>
          <a:sym typeface="Gill Sans" charset="0"/>
        </a:defRPr>
      </a:lvl8pPr>
      <a:lvl9pPr marL="1346906" algn="ctr" rtl="0" fontAlgn="base">
        <a:spcBef>
          <a:spcPct val="0"/>
        </a:spcBef>
        <a:spcAft>
          <a:spcPct val="0"/>
        </a:spcAft>
        <a:defRPr sz="27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
          <p:cNvSpPr>
            <a:spLocks noGrp="1" noChangeArrowheads="1"/>
          </p:cNvSpPr>
          <p:nvPr>
            <p:ph type="body" idx="1"/>
          </p:nvPr>
        </p:nvSpPr>
        <p:spPr bwMode="auto">
          <a:xfrm>
            <a:off x="966788" y="3536950"/>
            <a:ext cx="7972425" cy="793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t"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4099" name="Rectangle 2"/>
          <p:cNvSpPr>
            <a:spLocks noGrp="1" noChangeArrowheads="1"/>
          </p:cNvSpPr>
          <p:nvPr>
            <p:ph type="title"/>
          </p:nvPr>
        </p:nvSpPr>
        <p:spPr bwMode="auto">
          <a:xfrm>
            <a:off x="966788" y="1152525"/>
            <a:ext cx="7972425" cy="2320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b" anchorCtr="0" compatLnSpc="1">
            <a:prstTxWarp prst="textNoShape">
              <a:avLst/>
            </a:prstTxWarp>
          </a:bodyPr>
          <a:lstStyle/>
          <a:p>
            <a:pPr lvl="0"/>
            <a:r>
              <a:rPr lang="en-US">
                <a:sym typeface="Gill Sans" charset="0"/>
              </a:rPr>
              <a:t>Click to edit Master title style</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32F1CCB6-51A2-BB4A-8577-0C5A852718C5}"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7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7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7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7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700">
          <a:solidFill>
            <a:schemeClr val="tx1"/>
          </a:solidFill>
          <a:latin typeface="+mn-lt"/>
          <a:ea typeface="+mn-ea"/>
          <a:cs typeface="+mn-cs"/>
          <a:sym typeface="Gill Sans" charset="0"/>
        </a:defRPr>
      </a:lvl5pPr>
      <a:lvl6pPr marL="336727" algn="ctr" rtl="0" fontAlgn="base">
        <a:spcBef>
          <a:spcPct val="0"/>
        </a:spcBef>
        <a:spcAft>
          <a:spcPct val="0"/>
        </a:spcAft>
        <a:defRPr sz="2700">
          <a:solidFill>
            <a:schemeClr val="tx1"/>
          </a:solidFill>
          <a:latin typeface="+mn-lt"/>
          <a:ea typeface="+mn-ea"/>
          <a:cs typeface="+mn-cs"/>
          <a:sym typeface="Gill Sans" charset="0"/>
        </a:defRPr>
      </a:lvl6pPr>
      <a:lvl7pPr marL="673453" algn="ctr" rtl="0" fontAlgn="base">
        <a:spcBef>
          <a:spcPct val="0"/>
        </a:spcBef>
        <a:spcAft>
          <a:spcPct val="0"/>
        </a:spcAft>
        <a:defRPr sz="2700">
          <a:solidFill>
            <a:schemeClr val="tx1"/>
          </a:solidFill>
          <a:latin typeface="+mn-lt"/>
          <a:ea typeface="+mn-ea"/>
          <a:cs typeface="+mn-cs"/>
          <a:sym typeface="Gill Sans" charset="0"/>
        </a:defRPr>
      </a:lvl7pPr>
      <a:lvl8pPr marL="1010179" algn="ctr" rtl="0" fontAlgn="base">
        <a:spcBef>
          <a:spcPct val="0"/>
        </a:spcBef>
        <a:spcAft>
          <a:spcPct val="0"/>
        </a:spcAft>
        <a:defRPr sz="2700">
          <a:solidFill>
            <a:schemeClr val="tx1"/>
          </a:solidFill>
          <a:latin typeface="+mn-lt"/>
          <a:ea typeface="+mn-ea"/>
          <a:cs typeface="+mn-cs"/>
          <a:sym typeface="Gill Sans" charset="0"/>
        </a:defRPr>
      </a:lvl8pPr>
      <a:lvl9pPr marL="1346906" algn="ctr" rtl="0" fontAlgn="base">
        <a:spcBef>
          <a:spcPct val="0"/>
        </a:spcBef>
        <a:spcAft>
          <a:spcPct val="0"/>
        </a:spcAft>
        <a:defRPr sz="27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bwMode="auto">
          <a:xfrm>
            <a:off x="966788" y="5180013"/>
            <a:ext cx="7972425" cy="1195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2" name="Text Box 2"/>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774F0DAE-C50E-C04D-B778-CBE90E1639FF}"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7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7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7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7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700">
          <a:solidFill>
            <a:schemeClr val="tx1"/>
          </a:solidFill>
          <a:latin typeface="+mn-lt"/>
          <a:ea typeface="+mn-ea"/>
          <a:cs typeface="+mn-cs"/>
          <a:sym typeface="Gill Sans" charset="0"/>
        </a:defRPr>
      </a:lvl5pPr>
      <a:lvl6pPr marL="336727" algn="ctr" rtl="0" fontAlgn="base">
        <a:spcBef>
          <a:spcPct val="0"/>
        </a:spcBef>
        <a:spcAft>
          <a:spcPct val="0"/>
        </a:spcAft>
        <a:defRPr sz="2700">
          <a:solidFill>
            <a:schemeClr val="tx1"/>
          </a:solidFill>
          <a:latin typeface="+mn-lt"/>
          <a:ea typeface="+mn-ea"/>
          <a:cs typeface="+mn-cs"/>
          <a:sym typeface="Gill Sans" charset="0"/>
        </a:defRPr>
      </a:lvl6pPr>
      <a:lvl7pPr marL="673453" algn="ctr" rtl="0" fontAlgn="base">
        <a:spcBef>
          <a:spcPct val="0"/>
        </a:spcBef>
        <a:spcAft>
          <a:spcPct val="0"/>
        </a:spcAft>
        <a:defRPr sz="2700">
          <a:solidFill>
            <a:schemeClr val="tx1"/>
          </a:solidFill>
          <a:latin typeface="+mn-lt"/>
          <a:ea typeface="+mn-ea"/>
          <a:cs typeface="+mn-cs"/>
          <a:sym typeface="Gill Sans" charset="0"/>
        </a:defRPr>
      </a:lvl7pPr>
      <a:lvl8pPr marL="1010179" algn="ctr" rtl="0" fontAlgn="base">
        <a:spcBef>
          <a:spcPct val="0"/>
        </a:spcBef>
        <a:spcAft>
          <a:spcPct val="0"/>
        </a:spcAft>
        <a:defRPr sz="2700">
          <a:solidFill>
            <a:schemeClr val="tx1"/>
          </a:solidFill>
          <a:latin typeface="+mn-lt"/>
          <a:ea typeface="+mn-ea"/>
          <a:cs typeface="+mn-cs"/>
          <a:sym typeface="Gill Sans" charset="0"/>
        </a:defRPr>
      </a:lvl8pPr>
      <a:lvl9pPr marL="1346906" algn="ctr" rtl="0" fontAlgn="base">
        <a:spcBef>
          <a:spcPct val="0"/>
        </a:spcBef>
        <a:spcAft>
          <a:spcPct val="0"/>
        </a:spcAft>
        <a:defRPr sz="27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bwMode="auto">
          <a:xfrm>
            <a:off x="966788" y="5180013"/>
            <a:ext cx="7972425" cy="1195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2" name="Text Box 2"/>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1C414B84-8932-6848-8DF9-51D28299E2BE}"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7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7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7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7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700">
          <a:solidFill>
            <a:schemeClr val="tx1"/>
          </a:solidFill>
          <a:latin typeface="+mn-lt"/>
          <a:ea typeface="+mn-ea"/>
          <a:cs typeface="+mn-cs"/>
          <a:sym typeface="Gill Sans" charset="0"/>
        </a:defRPr>
      </a:lvl5pPr>
      <a:lvl6pPr marL="336727" algn="ctr" rtl="0" fontAlgn="base">
        <a:spcBef>
          <a:spcPct val="0"/>
        </a:spcBef>
        <a:spcAft>
          <a:spcPct val="0"/>
        </a:spcAft>
        <a:defRPr sz="2700">
          <a:solidFill>
            <a:schemeClr val="tx1"/>
          </a:solidFill>
          <a:latin typeface="+mn-lt"/>
          <a:ea typeface="+mn-ea"/>
          <a:cs typeface="+mn-cs"/>
          <a:sym typeface="Gill Sans" charset="0"/>
        </a:defRPr>
      </a:lvl6pPr>
      <a:lvl7pPr marL="673453" algn="ctr" rtl="0" fontAlgn="base">
        <a:spcBef>
          <a:spcPct val="0"/>
        </a:spcBef>
        <a:spcAft>
          <a:spcPct val="0"/>
        </a:spcAft>
        <a:defRPr sz="2700">
          <a:solidFill>
            <a:schemeClr val="tx1"/>
          </a:solidFill>
          <a:latin typeface="+mn-lt"/>
          <a:ea typeface="+mn-ea"/>
          <a:cs typeface="+mn-cs"/>
          <a:sym typeface="Gill Sans" charset="0"/>
        </a:defRPr>
      </a:lvl7pPr>
      <a:lvl8pPr marL="1010179" algn="ctr" rtl="0" fontAlgn="base">
        <a:spcBef>
          <a:spcPct val="0"/>
        </a:spcBef>
        <a:spcAft>
          <a:spcPct val="0"/>
        </a:spcAft>
        <a:defRPr sz="2700">
          <a:solidFill>
            <a:schemeClr val="tx1"/>
          </a:solidFill>
          <a:latin typeface="+mn-lt"/>
          <a:ea typeface="+mn-ea"/>
          <a:cs typeface="+mn-cs"/>
          <a:sym typeface="Gill Sans" charset="0"/>
        </a:defRPr>
      </a:lvl8pPr>
      <a:lvl9pPr marL="1346906" algn="ctr" rtl="0" fontAlgn="base">
        <a:spcBef>
          <a:spcPct val="0"/>
        </a:spcBef>
        <a:spcAft>
          <a:spcPct val="0"/>
        </a:spcAft>
        <a:defRPr sz="27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
          <p:cNvSpPr>
            <a:spLocks noGrp="1" noChangeArrowheads="1"/>
          </p:cNvSpPr>
          <p:nvPr>
            <p:ph type="body" idx="1"/>
          </p:nvPr>
        </p:nvSpPr>
        <p:spPr bwMode="auto">
          <a:xfrm>
            <a:off x="484188" y="3367088"/>
            <a:ext cx="4468812" cy="2320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t"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7171" name="Rectangle 2"/>
          <p:cNvSpPr>
            <a:spLocks noGrp="1" noChangeArrowheads="1"/>
          </p:cNvSpPr>
          <p:nvPr>
            <p:ph type="title"/>
          </p:nvPr>
        </p:nvSpPr>
        <p:spPr bwMode="auto">
          <a:xfrm>
            <a:off x="484188" y="990600"/>
            <a:ext cx="4468812" cy="2322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b" anchorCtr="0" compatLnSpc="1">
            <a:prstTxWarp prst="textNoShape">
              <a:avLst/>
            </a:prstTxWarp>
          </a:bodyPr>
          <a:lstStyle/>
          <a:p>
            <a:pPr lvl="0"/>
            <a:r>
              <a:rPr lang="en-US">
                <a:sym typeface="Gill Sans" charset="0"/>
              </a:rPr>
              <a:t>Click to edit Master title style</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9E35939D-F166-654F-8333-61E922E1274F}"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p:hf hdr="0" ftr="0" dt="0"/>
  <p:txStyles>
    <p:titleStyle>
      <a:lvl1pPr algn="ctr" rtl="0" eaLnBrk="0" fontAlgn="base" hangingPunct="0">
        <a:spcBef>
          <a:spcPct val="0"/>
        </a:spcBef>
        <a:spcAft>
          <a:spcPct val="0"/>
        </a:spcAft>
        <a:defRPr sz="5200">
          <a:solidFill>
            <a:schemeClr val="tx1"/>
          </a:solidFill>
          <a:latin typeface="+mj-lt"/>
          <a:ea typeface="+mj-ea"/>
          <a:cs typeface="+mj-cs"/>
          <a:sym typeface="Gill Sans" charset="0"/>
        </a:defRPr>
      </a:lvl1pPr>
      <a:lvl2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5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5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5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5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500">
          <a:solidFill>
            <a:schemeClr val="tx1"/>
          </a:solidFill>
          <a:latin typeface="+mn-lt"/>
          <a:ea typeface="+mn-ea"/>
          <a:cs typeface="+mn-cs"/>
          <a:sym typeface="Gill Sans" charset="0"/>
        </a:defRPr>
      </a:lvl5pPr>
      <a:lvl6pPr marL="336727" algn="ctr" rtl="0" fontAlgn="base">
        <a:spcBef>
          <a:spcPct val="0"/>
        </a:spcBef>
        <a:spcAft>
          <a:spcPct val="0"/>
        </a:spcAft>
        <a:defRPr sz="2500">
          <a:solidFill>
            <a:schemeClr val="tx1"/>
          </a:solidFill>
          <a:latin typeface="+mn-lt"/>
          <a:ea typeface="+mn-ea"/>
          <a:cs typeface="+mn-cs"/>
          <a:sym typeface="Gill Sans" charset="0"/>
        </a:defRPr>
      </a:lvl6pPr>
      <a:lvl7pPr marL="673453" algn="ctr" rtl="0" fontAlgn="base">
        <a:spcBef>
          <a:spcPct val="0"/>
        </a:spcBef>
        <a:spcAft>
          <a:spcPct val="0"/>
        </a:spcAft>
        <a:defRPr sz="2500">
          <a:solidFill>
            <a:schemeClr val="tx1"/>
          </a:solidFill>
          <a:latin typeface="+mn-lt"/>
          <a:ea typeface="+mn-ea"/>
          <a:cs typeface="+mn-cs"/>
          <a:sym typeface="Gill Sans" charset="0"/>
        </a:defRPr>
      </a:lvl7pPr>
      <a:lvl8pPr marL="1010179" algn="ctr" rtl="0" fontAlgn="base">
        <a:spcBef>
          <a:spcPct val="0"/>
        </a:spcBef>
        <a:spcAft>
          <a:spcPct val="0"/>
        </a:spcAft>
        <a:defRPr sz="2500">
          <a:solidFill>
            <a:schemeClr val="tx1"/>
          </a:solidFill>
          <a:latin typeface="+mn-lt"/>
          <a:ea typeface="+mn-ea"/>
          <a:cs typeface="+mn-cs"/>
          <a:sym typeface="Gill Sans" charset="0"/>
        </a:defRPr>
      </a:lvl8pPr>
      <a:lvl9pPr marL="1346906" algn="ctr" rtl="0" fontAlgn="base">
        <a:spcBef>
          <a:spcPct val="0"/>
        </a:spcBef>
        <a:spcAft>
          <a:spcPct val="0"/>
        </a:spcAft>
        <a:defRPr sz="25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
          <p:cNvSpPr>
            <a:spLocks noGrp="1" noChangeArrowheads="1"/>
          </p:cNvSpPr>
          <p:nvPr>
            <p:ph type="body" idx="1"/>
          </p:nvPr>
        </p:nvSpPr>
        <p:spPr bwMode="auto">
          <a:xfrm>
            <a:off x="484188" y="3367088"/>
            <a:ext cx="4468812" cy="2320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t"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8195" name="Rectangle 2"/>
          <p:cNvSpPr>
            <a:spLocks noGrp="1" noChangeArrowheads="1"/>
          </p:cNvSpPr>
          <p:nvPr>
            <p:ph type="title"/>
          </p:nvPr>
        </p:nvSpPr>
        <p:spPr bwMode="auto">
          <a:xfrm>
            <a:off x="484188" y="990600"/>
            <a:ext cx="4468812" cy="2322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b" anchorCtr="0" compatLnSpc="1">
            <a:prstTxWarp prst="textNoShape">
              <a:avLst/>
            </a:prstTxWarp>
          </a:bodyPr>
          <a:lstStyle/>
          <a:p>
            <a:pPr lvl="0"/>
            <a:r>
              <a:rPr lang="en-US">
                <a:sym typeface="Gill Sans" charset="0"/>
              </a:rPr>
              <a:t>Click to edit Master title style</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69936798-7B96-B84F-901C-ECCA8AE487D6}"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ransition/>
  <p:hf hdr="0" ftr="0" dt="0"/>
  <p:txStyles>
    <p:titleStyle>
      <a:lvl1pPr algn="ctr" rtl="0" eaLnBrk="0" fontAlgn="base" hangingPunct="0">
        <a:spcBef>
          <a:spcPct val="0"/>
        </a:spcBef>
        <a:spcAft>
          <a:spcPct val="0"/>
        </a:spcAft>
        <a:defRPr sz="5200">
          <a:solidFill>
            <a:schemeClr val="tx1"/>
          </a:solidFill>
          <a:latin typeface="+mj-lt"/>
          <a:ea typeface="+mj-ea"/>
          <a:cs typeface="+mj-cs"/>
          <a:sym typeface="Gill Sans" charset="0"/>
        </a:defRPr>
      </a:lvl1pPr>
      <a:lvl2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5200">
          <a:solidFill>
            <a:schemeClr val="tx1"/>
          </a:solidFill>
          <a:latin typeface="Gill Sans" charset="0"/>
          <a:ea typeface="ヒラギノ角ゴ ProN W3" charset="-128"/>
          <a:cs typeface="ヒラギノ角ゴ ProN W3" charset="-128"/>
          <a:sym typeface="Gill Sans" charset="0"/>
        </a:defRPr>
      </a:lvl9pPr>
    </p:titleStyle>
    <p:bodyStyle>
      <a:lvl1pPr marL="342900" indent="-342900" algn="ctr" rtl="0" eaLnBrk="0" fontAlgn="base" hangingPunct="0">
        <a:spcBef>
          <a:spcPct val="0"/>
        </a:spcBef>
        <a:spcAft>
          <a:spcPct val="0"/>
        </a:spcAft>
        <a:defRPr sz="2500">
          <a:solidFill>
            <a:schemeClr val="tx1"/>
          </a:solidFill>
          <a:latin typeface="+mn-lt"/>
          <a:ea typeface="+mn-ea"/>
          <a:cs typeface="+mn-cs"/>
          <a:sym typeface="Gill Sans" charset="0"/>
        </a:defRPr>
      </a:lvl1pPr>
      <a:lvl2pPr marL="742950" indent="-285750" algn="ctr" rtl="0" eaLnBrk="0" fontAlgn="base" hangingPunct="0">
        <a:spcBef>
          <a:spcPct val="0"/>
        </a:spcBef>
        <a:spcAft>
          <a:spcPct val="0"/>
        </a:spcAft>
        <a:defRPr sz="2500">
          <a:solidFill>
            <a:schemeClr val="tx1"/>
          </a:solidFill>
          <a:latin typeface="+mn-lt"/>
          <a:ea typeface="+mn-ea"/>
          <a:cs typeface="+mn-cs"/>
          <a:sym typeface="Gill Sans" charset="0"/>
        </a:defRPr>
      </a:lvl2pPr>
      <a:lvl3pPr marL="1143000" indent="-228600" algn="ctr" rtl="0" eaLnBrk="0" fontAlgn="base" hangingPunct="0">
        <a:spcBef>
          <a:spcPct val="0"/>
        </a:spcBef>
        <a:spcAft>
          <a:spcPct val="0"/>
        </a:spcAft>
        <a:defRPr sz="2500">
          <a:solidFill>
            <a:schemeClr val="tx1"/>
          </a:solidFill>
          <a:latin typeface="+mn-lt"/>
          <a:ea typeface="+mn-ea"/>
          <a:cs typeface="+mn-cs"/>
          <a:sym typeface="Gill Sans" charset="0"/>
        </a:defRPr>
      </a:lvl3pPr>
      <a:lvl4pPr marL="1600200" indent="-228600" algn="ctr" rtl="0" eaLnBrk="0" fontAlgn="base" hangingPunct="0">
        <a:spcBef>
          <a:spcPct val="0"/>
        </a:spcBef>
        <a:spcAft>
          <a:spcPct val="0"/>
        </a:spcAft>
        <a:defRPr sz="2500">
          <a:solidFill>
            <a:schemeClr val="tx1"/>
          </a:solidFill>
          <a:latin typeface="+mn-lt"/>
          <a:ea typeface="+mn-ea"/>
          <a:cs typeface="+mn-cs"/>
          <a:sym typeface="Gill Sans" charset="0"/>
        </a:defRPr>
      </a:lvl4pPr>
      <a:lvl5pPr marL="2057400" indent="-228600" algn="ctr" rtl="0" eaLnBrk="0" fontAlgn="base" hangingPunct="0">
        <a:spcBef>
          <a:spcPct val="0"/>
        </a:spcBef>
        <a:spcAft>
          <a:spcPct val="0"/>
        </a:spcAft>
        <a:defRPr sz="2500">
          <a:solidFill>
            <a:schemeClr val="tx1"/>
          </a:solidFill>
          <a:latin typeface="+mn-lt"/>
          <a:ea typeface="+mn-ea"/>
          <a:cs typeface="+mn-cs"/>
          <a:sym typeface="Gill Sans" charset="0"/>
        </a:defRPr>
      </a:lvl5pPr>
      <a:lvl6pPr marL="336727" algn="ctr" rtl="0" fontAlgn="base">
        <a:spcBef>
          <a:spcPct val="0"/>
        </a:spcBef>
        <a:spcAft>
          <a:spcPct val="0"/>
        </a:spcAft>
        <a:defRPr sz="2500">
          <a:solidFill>
            <a:schemeClr val="tx1"/>
          </a:solidFill>
          <a:latin typeface="+mn-lt"/>
          <a:ea typeface="+mn-ea"/>
          <a:cs typeface="+mn-cs"/>
          <a:sym typeface="Gill Sans" charset="0"/>
        </a:defRPr>
      </a:lvl6pPr>
      <a:lvl7pPr marL="673453" algn="ctr" rtl="0" fontAlgn="base">
        <a:spcBef>
          <a:spcPct val="0"/>
        </a:spcBef>
        <a:spcAft>
          <a:spcPct val="0"/>
        </a:spcAft>
        <a:defRPr sz="2500">
          <a:solidFill>
            <a:schemeClr val="tx1"/>
          </a:solidFill>
          <a:latin typeface="+mn-lt"/>
          <a:ea typeface="+mn-ea"/>
          <a:cs typeface="+mn-cs"/>
          <a:sym typeface="Gill Sans" charset="0"/>
        </a:defRPr>
      </a:lvl7pPr>
      <a:lvl8pPr marL="1010179" algn="ctr" rtl="0" fontAlgn="base">
        <a:spcBef>
          <a:spcPct val="0"/>
        </a:spcBef>
        <a:spcAft>
          <a:spcPct val="0"/>
        </a:spcAft>
        <a:defRPr sz="2500">
          <a:solidFill>
            <a:schemeClr val="tx1"/>
          </a:solidFill>
          <a:latin typeface="+mn-lt"/>
          <a:ea typeface="+mn-ea"/>
          <a:cs typeface="+mn-cs"/>
          <a:sym typeface="Gill Sans" charset="0"/>
        </a:defRPr>
      </a:lvl8pPr>
      <a:lvl9pPr marL="1346906" algn="ctr" rtl="0" fontAlgn="base">
        <a:spcBef>
          <a:spcPct val="0"/>
        </a:spcBef>
        <a:spcAft>
          <a:spcPct val="0"/>
        </a:spcAft>
        <a:defRPr sz="25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1"/>
          <p:cNvSpPr>
            <a:spLocks noGrp="1" noChangeArrowheads="1"/>
          </p:cNvSpPr>
          <p:nvPr>
            <p:ph type="body" idx="1"/>
          </p:nvPr>
        </p:nvSpPr>
        <p:spPr bwMode="auto">
          <a:xfrm>
            <a:off x="966788" y="893763"/>
            <a:ext cx="7972425" cy="50720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2"/>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501A2ABF-0967-C34C-B660-E73BDAFD0935}"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615950" indent="-420688" algn="l" rtl="0" eaLnBrk="0" fontAlgn="base" hangingPunct="0">
        <a:spcBef>
          <a:spcPts val="3538"/>
        </a:spcBef>
        <a:spcAft>
          <a:spcPct val="0"/>
        </a:spcAft>
        <a:buSzPct val="171000"/>
        <a:buFont typeface="Gill Sans" charset="0"/>
        <a:buChar char="•"/>
        <a:defRPr sz="3100">
          <a:solidFill>
            <a:schemeClr val="tx1"/>
          </a:solidFill>
          <a:latin typeface="+mn-lt"/>
          <a:ea typeface="+mn-ea"/>
          <a:cs typeface="+mn-cs"/>
          <a:sym typeface="Gill Sans" charset="0"/>
        </a:defRPr>
      </a:lvl1pPr>
      <a:lvl2pPr marL="944563" indent="-420688" algn="l" rtl="0" eaLnBrk="0" fontAlgn="base" hangingPunct="0">
        <a:spcBef>
          <a:spcPts val="3538"/>
        </a:spcBef>
        <a:spcAft>
          <a:spcPct val="0"/>
        </a:spcAft>
        <a:buSzPct val="171000"/>
        <a:buFont typeface="Gill Sans" charset="0"/>
        <a:buChar char="•"/>
        <a:defRPr sz="3100">
          <a:solidFill>
            <a:schemeClr val="tx1"/>
          </a:solidFill>
          <a:latin typeface="+mn-lt"/>
          <a:ea typeface="+mn-ea"/>
          <a:cs typeface="+mn-cs"/>
          <a:sym typeface="Gill Sans" charset="0"/>
        </a:defRPr>
      </a:lvl2pPr>
      <a:lvl3pPr marL="1271588" indent="-420688" algn="l" rtl="0" eaLnBrk="0" fontAlgn="base" hangingPunct="0">
        <a:spcBef>
          <a:spcPts val="3538"/>
        </a:spcBef>
        <a:spcAft>
          <a:spcPct val="0"/>
        </a:spcAft>
        <a:buSzPct val="171000"/>
        <a:buFont typeface="Gill Sans" charset="0"/>
        <a:buChar char="•"/>
        <a:defRPr sz="3100">
          <a:solidFill>
            <a:schemeClr val="tx1"/>
          </a:solidFill>
          <a:latin typeface="+mn-lt"/>
          <a:ea typeface="+mn-ea"/>
          <a:cs typeface="+mn-cs"/>
          <a:sym typeface="Gill Sans" charset="0"/>
        </a:defRPr>
      </a:lvl3pPr>
      <a:lvl4pPr marL="1598613" indent="-420688" algn="l" rtl="0" eaLnBrk="0" fontAlgn="base" hangingPunct="0">
        <a:spcBef>
          <a:spcPts val="3538"/>
        </a:spcBef>
        <a:spcAft>
          <a:spcPct val="0"/>
        </a:spcAft>
        <a:buSzPct val="171000"/>
        <a:buFont typeface="Gill Sans" charset="0"/>
        <a:buChar char="•"/>
        <a:defRPr sz="3100">
          <a:solidFill>
            <a:schemeClr val="tx1"/>
          </a:solidFill>
          <a:latin typeface="+mn-lt"/>
          <a:ea typeface="+mn-ea"/>
          <a:cs typeface="+mn-cs"/>
          <a:sym typeface="Gill Sans" charset="0"/>
        </a:defRPr>
      </a:lvl4pPr>
      <a:lvl5pPr marL="1925638" indent="-420688" algn="l" rtl="0" eaLnBrk="0" fontAlgn="base" hangingPunct="0">
        <a:spcBef>
          <a:spcPts val="3538"/>
        </a:spcBef>
        <a:spcAft>
          <a:spcPct val="0"/>
        </a:spcAft>
        <a:buSzPct val="171000"/>
        <a:buFont typeface="Gill Sans" charset="0"/>
        <a:buChar char="•"/>
        <a:defRPr sz="3100">
          <a:solidFill>
            <a:schemeClr val="tx1"/>
          </a:solidFill>
          <a:latin typeface="+mn-lt"/>
          <a:ea typeface="+mn-ea"/>
          <a:cs typeface="+mn-cs"/>
          <a:sym typeface="Gill Sans" charset="0"/>
        </a:defRPr>
      </a:lvl5pPr>
      <a:lvl6pPr marL="2263549" indent="-420909" algn="l" rtl="0" fontAlgn="base">
        <a:spcBef>
          <a:spcPts val="3535"/>
        </a:spcBef>
        <a:spcAft>
          <a:spcPct val="0"/>
        </a:spcAft>
        <a:buSzPct val="171000"/>
        <a:buFont typeface="Gill Sans" charset="0"/>
        <a:buChar char="•"/>
        <a:defRPr sz="3100">
          <a:solidFill>
            <a:schemeClr val="tx1"/>
          </a:solidFill>
          <a:latin typeface="+mn-lt"/>
          <a:ea typeface="+mn-ea"/>
          <a:cs typeface="+mn-cs"/>
          <a:sym typeface="Gill Sans" charset="0"/>
        </a:defRPr>
      </a:lvl6pPr>
      <a:lvl7pPr marL="2600276" indent="-420909" algn="l" rtl="0" fontAlgn="base">
        <a:spcBef>
          <a:spcPts val="3535"/>
        </a:spcBef>
        <a:spcAft>
          <a:spcPct val="0"/>
        </a:spcAft>
        <a:buSzPct val="171000"/>
        <a:buFont typeface="Gill Sans" charset="0"/>
        <a:buChar char="•"/>
        <a:defRPr sz="3100">
          <a:solidFill>
            <a:schemeClr val="tx1"/>
          </a:solidFill>
          <a:latin typeface="+mn-lt"/>
          <a:ea typeface="+mn-ea"/>
          <a:cs typeface="+mn-cs"/>
          <a:sym typeface="Gill Sans" charset="0"/>
        </a:defRPr>
      </a:lvl7pPr>
      <a:lvl8pPr marL="2937002" indent="-420909" algn="l" rtl="0" fontAlgn="base">
        <a:spcBef>
          <a:spcPts val="3535"/>
        </a:spcBef>
        <a:spcAft>
          <a:spcPct val="0"/>
        </a:spcAft>
        <a:buSzPct val="171000"/>
        <a:buFont typeface="Gill Sans" charset="0"/>
        <a:buChar char="•"/>
        <a:defRPr sz="3100">
          <a:solidFill>
            <a:schemeClr val="tx1"/>
          </a:solidFill>
          <a:latin typeface="+mn-lt"/>
          <a:ea typeface="+mn-ea"/>
          <a:cs typeface="+mn-cs"/>
          <a:sym typeface="Gill Sans" charset="0"/>
        </a:defRPr>
      </a:lvl8pPr>
      <a:lvl9pPr marL="3273730" indent="-420909" algn="l" rtl="0" fontAlgn="base">
        <a:spcBef>
          <a:spcPts val="3535"/>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1" name="Text Box 1"/>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18D1111D-DDCD-A64D-990C-5B65590418B5}"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654050"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1pPr>
      <a:lvl2pPr marL="981075"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2pPr>
      <a:lvl3pPr marL="1308100"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3pPr>
      <a:lvl4pPr marL="1636713"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4pPr>
      <a:lvl5pPr marL="1963738" indent="-420688" algn="l" rtl="0" eaLnBrk="0" fontAlgn="base" hangingPunct="0">
        <a:spcBef>
          <a:spcPts val="1763"/>
        </a:spcBef>
        <a:spcAft>
          <a:spcPct val="0"/>
        </a:spcAft>
        <a:buSzPct val="171000"/>
        <a:buFont typeface="Gill Sans" charset="0"/>
        <a:buChar char="•"/>
        <a:defRPr sz="3100">
          <a:solidFill>
            <a:schemeClr val="tx1"/>
          </a:solidFill>
          <a:latin typeface="+mn-lt"/>
          <a:ea typeface="+mn-ea"/>
          <a:cs typeface="+mn-cs"/>
          <a:sym typeface="Gill Sans" charset="0"/>
        </a:defRPr>
      </a:lvl5pPr>
      <a:lvl6pPr marL="2300964"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6pPr>
      <a:lvl7pPr marL="2637690"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7pPr>
      <a:lvl8pPr marL="2974417"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8pPr>
      <a:lvl9pPr marL="3311144" indent="-420909" algn="l" rtl="0" fontAlgn="base">
        <a:spcBef>
          <a:spcPts val="1768"/>
        </a:spcBef>
        <a:spcAft>
          <a:spcPct val="0"/>
        </a:spcAft>
        <a:buSzPct val="171000"/>
        <a:buFont typeface="Gill Sans" charset="0"/>
        <a:buChar char="•"/>
        <a:defRPr sz="31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11267" name="Rectangle 2"/>
          <p:cNvSpPr>
            <a:spLocks noGrp="1" noChangeArrowheads="1"/>
          </p:cNvSpPr>
          <p:nvPr>
            <p:ph type="body" idx="1"/>
          </p:nvPr>
        </p:nvSpPr>
        <p:spPr bwMode="auto">
          <a:xfrm>
            <a:off x="966788" y="1946275"/>
            <a:ext cx="3841750" cy="4019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F491B335-743B-0944-91D3-E18D61C57F81}"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558800"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1pPr>
      <a:lvl2pPr marL="88741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2pPr>
      <a:lvl3pPr marL="121443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3pPr>
      <a:lvl4pPr marL="154146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4pPr>
      <a:lvl5pPr marL="186848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5pPr>
      <a:lvl6pPr marL="2206259"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6pPr>
      <a:lvl7pPr marL="2542987"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7pPr>
      <a:lvl8pPr marL="2879712"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8pPr>
      <a:lvl9pPr marL="3216438"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12291" name="Rectangle 2"/>
          <p:cNvSpPr>
            <a:spLocks noGrp="1" noChangeArrowheads="1"/>
          </p:cNvSpPr>
          <p:nvPr>
            <p:ph type="body" idx="1"/>
          </p:nvPr>
        </p:nvSpPr>
        <p:spPr bwMode="auto">
          <a:xfrm>
            <a:off x="966788" y="1946275"/>
            <a:ext cx="7972425" cy="4019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t"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7F095942-8217-AF4A-BD8B-E7544FAEE9D8}"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558800"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1pPr>
      <a:lvl2pPr marL="88741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2pPr>
      <a:lvl3pPr marL="121443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3pPr>
      <a:lvl4pPr marL="154146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4pPr>
      <a:lvl5pPr marL="186848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5pPr>
      <a:lvl6pPr marL="2206259"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6pPr>
      <a:lvl7pPr marL="2542987"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7pPr>
      <a:lvl8pPr marL="2879712"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8pPr>
      <a:lvl9pPr marL="3216438"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13315" name="Rectangle 2"/>
          <p:cNvSpPr>
            <a:spLocks noGrp="1" noChangeArrowheads="1"/>
          </p:cNvSpPr>
          <p:nvPr>
            <p:ph type="body" idx="1"/>
          </p:nvPr>
        </p:nvSpPr>
        <p:spPr bwMode="auto">
          <a:xfrm>
            <a:off x="5919788" y="1946275"/>
            <a:ext cx="3019425" cy="4019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49C3838D-0ADC-714A-939F-7850D283DB50}"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558800"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1pPr>
      <a:lvl2pPr marL="88741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2pPr>
      <a:lvl3pPr marL="121443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3pPr>
      <a:lvl4pPr marL="154146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4pPr>
      <a:lvl5pPr marL="186848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5pPr>
      <a:lvl6pPr marL="2206259"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6pPr>
      <a:lvl7pPr marL="2542987"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7pPr>
      <a:lvl8pPr marL="2879712"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8pPr>
      <a:lvl9pPr marL="3216438"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bwMode="auto">
          <a:xfrm>
            <a:off x="966788" y="179388"/>
            <a:ext cx="7972425" cy="1714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title style</a:t>
            </a:r>
          </a:p>
        </p:txBody>
      </p:sp>
      <p:sp>
        <p:nvSpPr>
          <p:cNvPr id="14339" name="Rectangle 2"/>
          <p:cNvSpPr>
            <a:spLocks noGrp="1" noChangeArrowheads="1"/>
          </p:cNvSpPr>
          <p:nvPr>
            <p:ph type="body" idx="1"/>
          </p:nvPr>
        </p:nvSpPr>
        <p:spPr bwMode="auto">
          <a:xfrm>
            <a:off x="966788" y="1946275"/>
            <a:ext cx="3841750" cy="4019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37415" tIns="37415" rIns="37415" bIns="37415" numCol="1" anchor="ctr" anchorCtr="0" compatLnSpc="1">
            <a:prstTxWarp prst="textNoShape">
              <a:avLst/>
            </a:prstTxWarp>
          </a:bodyPr>
          <a:lstStyle/>
          <a:p>
            <a:pPr lvl="0"/>
            <a:r>
              <a:rPr lang="en-US">
                <a:sym typeface="Gill Sans" charset="0"/>
              </a:rPr>
              <a:t>Click to edit Master text styles</a:t>
            </a:r>
          </a:p>
          <a:p>
            <a:pPr lvl="1"/>
            <a:r>
              <a:rPr lang="en-US">
                <a:sym typeface="Gill Sans" charset="0"/>
              </a:rPr>
              <a:t>Second level</a:t>
            </a:r>
          </a:p>
          <a:p>
            <a:pPr lvl="2"/>
            <a:r>
              <a:rPr lang="en-US">
                <a:sym typeface="Gill Sans" charset="0"/>
              </a:rPr>
              <a:t>Third level</a:t>
            </a:r>
          </a:p>
          <a:p>
            <a:pPr lvl="3"/>
            <a:r>
              <a:rPr lang="en-US">
                <a:sym typeface="Gill Sans" charset="0"/>
              </a:rPr>
              <a:t>Fourth level</a:t>
            </a:r>
          </a:p>
          <a:p>
            <a:pPr lvl="4"/>
            <a:r>
              <a:rPr lang="en-US">
                <a:sym typeface="Gill Sans" charset="0"/>
              </a:rPr>
              <a:t>Fifth level</a:t>
            </a:r>
          </a:p>
        </p:txBody>
      </p:sp>
      <p:sp>
        <p:nvSpPr>
          <p:cNvPr id="2" name="Text Box 3"/>
          <p:cNvSpPr txBox="1">
            <a:spLocks noGrp="1" noChangeArrowheads="1"/>
          </p:cNvSpPr>
          <p:nvPr>
            <p:ph type="sldNum" sz="quarter" idx="4"/>
          </p:nvPr>
        </p:nvSpPr>
        <p:spPr bwMode="auto">
          <a:xfrm>
            <a:off x="4818063" y="6510338"/>
            <a:ext cx="260350" cy="258762"/>
          </a:xfrm>
          <a:prstGeom prst="rect">
            <a:avLst/>
          </a:prstGeom>
          <a:noFill/>
          <a:ln w="12700">
            <a:noFill/>
            <a:miter lim="800000"/>
            <a:headEnd/>
            <a:tailEnd/>
          </a:ln>
          <a:effectLst/>
        </p:spPr>
        <p:txBody>
          <a:bodyPr vert="horz" wrap="none" lIns="67346" tIns="33673" rIns="67346" bIns="33673" numCol="1" anchor="t" anchorCtr="0" compatLnSpc="1">
            <a:prstTxWarp prst="textNoShape">
              <a:avLst/>
            </a:prstTxWarp>
          </a:bodyPr>
          <a:lstStyle>
            <a:lvl1pPr eaLnBrk="1" hangingPunct="1">
              <a:defRPr sz="1300">
                <a:solidFill>
                  <a:schemeClr val="tx1"/>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fld id="{3AB74125-856D-CA4F-AC5C-E0A8E418B69B}" type="slidenum">
              <a:rPr lang="en-US"/>
              <a:pPr/>
              <a:t>‹Nr.›</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hdr="0" ftr="0" dt="0"/>
  <p:txStyles>
    <p:titleStyle>
      <a:lvl1pPr algn="ctr" rtl="0" eaLnBrk="0" fontAlgn="base" hangingPunct="0">
        <a:spcBef>
          <a:spcPct val="0"/>
        </a:spcBef>
        <a:spcAft>
          <a:spcPct val="0"/>
        </a:spcAft>
        <a:defRPr sz="6200">
          <a:solidFill>
            <a:schemeClr val="tx1"/>
          </a:solidFill>
          <a:latin typeface="+mj-lt"/>
          <a:ea typeface="+mj-ea"/>
          <a:cs typeface="+mj-cs"/>
          <a:sym typeface="Gill Sans" charset="0"/>
        </a:defRPr>
      </a:lvl1pPr>
      <a:lvl2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2pPr>
      <a:lvl3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3pPr>
      <a:lvl4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4pPr>
      <a:lvl5pPr algn="ctr" rtl="0" eaLnBrk="0" fontAlgn="base" hangingPunct="0">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5pPr>
      <a:lvl6pPr marL="336727"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6pPr>
      <a:lvl7pPr marL="673453"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7pPr>
      <a:lvl8pPr marL="1010179"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8pPr>
      <a:lvl9pPr marL="1346906" algn="ctr" rtl="0" fontAlgn="base">
        <a:spcBef>
          <a:spcPct val="0"/>
        </a:spcBef>
        <a:spcAft>
          <a:spcPct val="0"/>
        </a:spcAft>
        <a:defRPr sz="6200">
          <a:solidFill>
            <a:schemeClr val="tx1"/>
          </a:solidFill>
          <a:latin typeface="Gill Sans" charset="0"/>
          <a:ea typeface="ヒラギノ角ゴ ProN W3" charset="-128"/>
          <a:cs typeface="ヒラギノ角ゴ ProN W3" charset="-128"/>
          <a:sym typeface="Gill Sans" charset="0"/>
        </a:defRPr>
      </a:lvl9pPr>
    </p:titleStyle>
    <p:bodyStyle>
      <a:lvl1pPr marL="558800"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1pPr>
      <a:lvl2pPr marL="88741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2pPr>
      <a:lvl3pPr marL="121443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3pPr>
      <a:lvl4pPr marL="1541463"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4pPr>
      <a:lvl5pPr marL="1868488" indent="-363538" algn="l" rtl="0" eaLnBrk="0" fontAlgn="base" hangingPunct="0">
        <a:spcBef>
          <a:spcPts val="2800"/>
        </a:spcBef>
        <a:spcAft>
          <a:spcPct val="0"/>
        </a:spcAft>
        <a:buSzPct val="171000"/>
        <a:buFont typeface="Gill Sans" charset="0"/>
        <a:buChar char="•"/>
        <a:defRPr sz="2400">
          <a:solidFill>
            <a:schemeClr val="tx1"/>
          </a:solidFill>
          <a:latin typeface="+mn-lt"/>
          <a:ea typeface="+mn-ea"/>
          <a:cs typeface="+mn-cs"/>
          <a:sym typeface="Gill Sans" charset="0"/>
        </a:defRPr>
      </a:lvl5pPr>
      <a:lvl6pPr marL="2206259"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6pPr>
      <a:lvl7pPr marL="2542987"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7pPr>
      <a:lvl8pPr marL="2879712"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8pPr>
      <a:lvl9pPr marL="3216438" indent="-363617" algn="l" rtl="0" fontAlgn="base">
        <a:spcBef>
          <a:spcPts val="2798"/>
        </a:spcBef>
        <a:spcAft>
          <a:spcPct val="0"/>
        </a:spcAft>
        <a:buSzPct val="171000"/>
        <a:buFont typeface="Gill Sans" charset="0"/>
        <a:buChar char="•"/>
        <a:defRPr sz="2400">
          <a:solidFill>
            <a:schemeClr val="tx1"/>
          </a:solidFill>
          <a:latin typeface="+mn-lt"/>
          <a:ea typeface="+mn-ea"/>
          <a:cs typeface="+mn-cs"/>
          <a:sym typeface="Gill Sans" charset="0"/>
        </a:defRPr>
      </a:lvl9pPr>
    </p:bodyStyle>
    <p:otherStyle>
      <a:defPPr>
        <a:defRPr lang="de-DE"/>
      </a:defPPr>
      <a:lvl1pPr marL="0" algn="l" defTabSz="336727" rtl="0" eaLnBrk="1" latinLnBrk="0" hangingPunct="1">
        <a:defRPr sz="1300" kern="1200">
          <a:solidFill>
            <a:schemeClr val="tx1"/>
          </a:solidFill>
          <a:latin typeface="+mn-lt"/>
          <a:ea typeface="+mn-ea"/>
          <a:cs typeface="+mn-cs"/>
        </a:defRPr>
      </a:lvl1pPr>
      <a:lvl2pPr marL="336727" algn="l" defTabSz="336727" rtl="0" eaLnBrk="1" latinLnBrk="0" hangingPunct="1">
        <a:defRPr sz="1300" kern="1200">
          <a:solidFill>
            <a:schemeClr val="tx1"/>
          </a:solidFill>
          <a:latin typeface="+mn-lt"/>
          <a:ea typeface="+mn-ea"/>
          <a:cs typeface="+mn-cs"/>
        </a:defRPr>
      </a:lvl2pPr>
      <a:lvl3pPr marL="673453" algn="l" defTabSz="336727" rtl="0" eaLnBrk="1" latinLnBrk="0" hangingPunct="1">
        <a:defRPr sz="1300" kern="1200">
          <a:solidFill>
            <a:schemeClr val="tx1"/>
          </a:solidFill>
          <a:latin typeface="+mn-lt"/>
          <a:ea typeface="+mn-ea"/>
          <a:cs typeface="+mn-cs"/>
        </a:defRPr>
      </a:lvl3pPr>
      <a:lvl4pPr marL="1010179" algn="l" defTabSz="336727" rtl="0" eaLnBrk="1" latinLnBrk="0" hangingPunct="1">
        <a:defRPr sz="1300" kern="1200">
          <a:solidFill>
            <a:schemeClr val="tx1"/>
          </a:solidFill>
          <a:latin typeface="+mn-lt"/>
          <a:ea typeface="+mn-ea"/>
          <a:cs typeface="+mn-cs"/>
        </a:defRPr>
      </a:lvl4pPr>
      <a:lvl5pPr marL="1346906" algn="l" defTabSz="336727" rtl="0" eaLnBrk="1" latinLnBrk="0" hangingPunct="1">
        <a:defRPr sz="1300" kern="1200">
          <a:solidFill>
            <a:schemeClr val="tx1"/>
          </a:solidFill>
          <a:latin typeface="+mn-lt"/>
          <a:ea typeface="+mn-ea"/>
          <a:cs typeface="+mn-cs"/>
        </a:defRPr>
      </a:lvl5pPr>
      <a:lvl6pPr marL="1683632" algn="l" defTabSz="336727" rtl="0" eaLnBrk="1" latinLnBrk="0" hangingPunct="1">
        <a:defRPr sz="1300" kern="1200">
          <a:solidFill>
            <a:schemeClr val="tx1"/>
          </a:solidFill>
          <a:latin typeface="+mn-lt"/>
          <a:ea typeface="+mn-ea"/>
          <a:cs typeface="+mn-cs"/>
        </a:defRPr>
      </a:lvl6pPr>
      <a:lvl7pPr marL="2020359" algn="l" defTabSz="336727" rtl="0" eaLnBrk="1" latinLnBrk="0" hangingPunct="1">
        <a:defRPr sz="1300" kern="1200">
          <a:solidFill>
            <a:schemeClr val="tx1"/>
          </a:solidFill>
          <a:latin typeface="+mn-lt"/>
          <a:ea typeface="+mn-ea"/>
          <a:cs typeface="+mn-cs"/>
        </a:defRPr>
      </a:lvl7pPr>
      <a:lvl8pPr marL="2357085" algn="l" defTabSz="336727" rtl="0" eaLnBrk="1" latinLnBrk="0" hangingPunct="1">
        <a:defRPr sz="1300" kern="1200">
          <a:solidFill>
            <a:schemeClr val="tx1"/>
          </a:solidFill>
          <a:latin typeface="+mn-lt"/>
          <a:ea typeface="+mn-ea"/>
          <a:cs typeface="+mn-cs"/>
        </a:defRPr>
      </a:lvl8pPr>
      <a:lvl9pPr marL="2693811" algn="l" defTabSz="336727"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a:t>
            </a:fld>
            <a:endParaRPr lang="en-US" sz="1500">
              <a:latin typeface="HelveticaNeueLT Com 55 Roman" charset="0"/>
            </a:endParaRPr>
          </a:p>
        </p:txBody>
      </p:sp>
      <p:sp>
        <p:nvSpPr>
          <p:cNvPr id="15363" name="Rectangle 1"/>
          <p:cNvSpPr>
            <a:spLocks noGrp="1" noChangeArrowheads="1"/>
          </p:cNvSpPr>
          <p:nvPr>
            <p:ph type="title"/>
          </p:nvPr>
        </p:nvSpPr>
        <p:spPr>
          <a:xfrm>
            <a:off x="776536" y="1556792"/>
            <a:ext cx="7970838" cy="3258170"/>
          </a:xfrm>
        </p:spPr>
        <p:txBody>
          <a:bodyPr lIns="0" tIns="0" rIns="0" bIns="0" anchor="t"/>
          <a:lstStyle/>
          <a:p>
            <a:b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Theatre, Rules, Nonsense</a:t>
            </a:r>
            <a:b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 and Posthumanism</a:t>
            </a:r>
            <a:b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 Dresden 2025</a:t>
            </a: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pic>
        <p:nvPicPr>
          <p:cNvPr id="3" name="Grafik 2">
            <a:extLst>
              <a:ext uri="{FF2B5EF4-FFF2-40B4-BE49-F238E27FC236}">
                <a16:creationId xmlns:a16="http://schemas.microsoft.com/office/drawing/2014/main" id="{849D9C47-3F56-CD41-85B0-A38E25E6A79F}"/>
              </a:ext>
            </a:extLst>
          </p:cNvPr>
          <p:cNvPicPr>
            <a:picLocks noChangeAspect="1"/>
          </p:cNvPicPr>
          <p:nvPr/>
        </p:nvPicPr>
        <p:blipFill>
          <a:blip r:embed="rId3"/>
          <a:stretch>
            <a:fillRect/>
          </a:stretch>
        </p:blipFill>
        <p:spPr>
          <a:xfrm>
            <a:off x="2576736" y="1412776"/>
            <a:ext cx="4752528" cy="4752528"/>
          </a:xfrm>
          <a:prstGeom prst="rect">
            <a:avLst/>
          </a:prstGeom>
        </p:spPr>
      </p:pic>
      <p:sp>
        <p:nvSpPr>
          <p:cNvPr id="4" name="Textfeld 3">
            <a:extLst>
              <a:ext uri="{FF2B5EF4-FFF2-40B4-BE49-F238E27FC236}">
                <a16:creationId xmlns:a16="http://schemas.microsoft.com/office/drawing/2014/main" id="{66C74429-BE1A-204D-8932-189795BC0B92}"/>
              </a:ext>
            </a:extLst>
          </p:cNvPr>
          <p:cNvSpPr txBox="1"/>
          <p:nvPr/>
        </p:nvSpPr>
        <p:spPr>
          <a:xfrm>
            <a:off x="416496" y="5064070"/>
            <a:ext cx="1656184" cy="1077218"/>
          </a:xfrm>
          <a:prstGeom prst="rect">
            <a:avLst/>
          </a:prstGeom>
          <a:noFill/>
        </p:spPr>
        <p:txBody>
          <a:bodyPr wrap="square" rtlCol="0">
            <a:spAutoFit/>
          </a:bodyPr>
          <a:lstStyle/>
          <a:p>
            <a:r>
              <a:rPr lang="de-DE" sz="1600" dirty="0">
                <a:solidFill>
                  <a:schemeClr val="bg1"/>
                </a:solidFill>
              </a:rPr>
              <a:t>Gustav Freytag:</a:t>
            </a:r>
          </a:p>
          <a:p>
            <a:r>
              <a:rPr lang="de-DE" sz="1600" dirty="0">
                <a:solidFill>
                  <a:schemeClr val="bg1"/>
                </a:solidFill>
              </a:rPr>
              <a:t>Die Technik des Dramas</a:t>
            </a:r>
          </a:p>
          <a:p>
            <a:r>
              <a:rPr lang="de-DE" sz="1600" dirty="0">
                <a:solidFill>
                  <a:schemeClr val="bg1"/>
                </a:solidFill>
              </a:rPr>
              <a:t>1863</a:t>
            </a:r>
          </a:p>
        </p:txBody>
      </p:sp>
    </p:spTree>
    <p:extLst>
      <p:ext uri="{BB962C8B-B14F-4D97-AF65-F5344CB8AC3E}">
        <p14:creationId xmlns:p14="http://schemas.microsoft.com/office/powerpoint/2010/main" val="17414387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3</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Rechteck 1">
            <a:extLst>
              <a:ext uri="{FF2B5EF4-FFF2-40B4-BE49-F238E27FC236}">
                <a16:creationId xmlns:a16="http://schemas.microsoft.com/office/drawing/2014/main" id="{8DB111EF-A07C-DC4A-869D-372DF5CED6FD}"/>
              </a:ext>
            </a:extLst>
          </p:cNvPr>
          <p:cNvSpPr/>
          <p:nvPr/>
        </p:nvSpPr>
        <p:spPr>
          <a:xfrm>
            <a:off x="1103038" y="1659285"/>
            <a:ext cx="7301036" cy="4524315"/>
          </a:xfrm>
          <a:prstGeom prst="rect">
            <a:avLst/>
          </a:prstGeom>
        </p:spPr>
        <p:txBody>
          <a:bodyPr wrap="square">
            <a:spAutoFit/>
          </a:bodyPr>
          <a:lstStyle/>
          <a:p>
            <a:r>
              <a:rPr lang="en-US" sz="3200" b="1" u="sng" dirty="0">
                <a:solidFill>
                  <a:schemeClr val="bg1"/>
                </a:solidFill>
                <a:latin typeface="Calibri" panose="020F0502020204030204" pitchFamily="34" charset="0"/>
                <a:ea typeface="Calibri" panose="020F0502020204030204" pitchFamily="34" charset="0"/>
                <a:cs typeface="Times New Roman" panose="02020603050405020304" pitchFamily="18" charset="0"/>
              </a:rPr>
              <a:t>Rule-based drama</a:t>
            </a:r>
          </a:p>
          <a:p>
            <a:endParaRPr lang="en-US" sz="3200" b="1" u="sng"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r>
              <a:rPr lang="en-US" sz="3200" u="sng"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France: </a:t>
            </a:r>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French </a:t>
            </a:r>
            <a:r>
              <a:rPr lang="en-US" sz="32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classique</a:t>
            </a:r>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drama </a:t>
            </a:r>
          </a:p>
          <a:p>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Pierre Corneille, Jean Racine </a:t>
            </a:r>
          </a:p>
          <a:p>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3200" u="sng" dirty="0">
                <a:solidFill>
                  <a:schemeClr val="bg1"/>
                </a:solidFill>
                <a:latin typeface="Calibri" panose="020F0502020204030204" pitchFamily="34" charset="0"/>
                <a:ea typeface="Calibri" panose="020F0502020204030204" pitchFamily="34" charset="0"/>
                <a:cs typeface="Times New Roman" panose="02020603050405020304" pitchFamily="18" charset="0"/>
              </a:rPr>
              <a:t>Germany:</a:t>
            </a:r>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en-US"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Klassizismus</a:t>
            </a:r>
            <a:endPar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Martin Opitz</a:t>
            </a:r>
          </a:p>
          <a:p>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Johann Christoph </a:t>
            </a:r>
            <a:r>
              <a:rPr lang="en-US"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Gottsched</a:t>
            </a:r>
            <a:endPar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Gustav Freytag</a:t>
            </a:r>
            <a:endParaRPr lang="de-CH"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3443660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4</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Rechteck 1">
            <a:extLst>
              <a:ext uri="{FF2B5EF4-FFF2-40B4-BE49-F238E27FC236}">
                <a16:creationId xmlns:a16="http://schemas.microsoft.com/office/drawing/2014/main" id="{8DB111EF-A07C-DC4A-869D-372DF5CED6FD}"/>
              </a:ext>
            </a:extLst>
          </p:cNvPr>
          <p:cNvSpPr/>
          <p:nvPr/>
        </p:nvSpPr>
        <p:spPr>
          <a:xfrm>
            <a:off x="2476500" y="1700808"/>
            <a:ext cx="4953000" cy="3046988"/>
          </a:xfrm>
          <a:prstGeom prst="rect">
            <a:avLst/>
          </a:prstGeom>
        </p:spPr>
        <p:txBody>
          <a:bodyPr>
            <a:spAutoFit/>
          </a:bodyPr>
          <a:lstStyle/>
          <a:p>
            <a:r>
              <a:rPr lang="en-US" sz="3200" b="1" u="sng" dirty="0">
                <a:solidFill>
                  <a:schemeClr val="bg1"/>
                </a:solidFill>
                <a:latin typeface="Calibri" panose="020F0502020204030204" pitchFamily="34" charset="0"/>
                <a:ea typeface="Calibri" panose="020F0502020204030204" pitchFamily="34" charset="0"/>
                <a:cs typeface="Times New Roman" panose="02020603050405020304" pitchFamily="18" charset="0"/>
              </a:rPr>
              <a:t>Against rule-based drama</a:t>
            </a:r>
          </a:p>
          <a:p>
            <a:endParaRPr lang="en-US" sz="3200" b="1" u="sng"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r>
              <a:rPr lang="en-US" sz="3200" u="sng"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France</a:t>
            </a:r>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Molière</a:t>
            </a:r>
          </a:p>
          <a:p>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3200" u="sng" dirty="0">
                <a:solidFill>
                  <a:schemeClr val="bg1"/>
                </a:solidFill>
                <a:latin typeface="Calibri" panose="020F0502020204030204" pitchFamily="34" charset="0"/>
                <a:ea typeface="Calibri" panose="020F0502020204030204" pitchFamily="34" charset="0"/>
                <a:cs typeface="Times New Roman" panose="02020603050405020304" pitchFamily="18" charset="0"/>
              </a:rPr>
              <a:t>Germany</a:t>
            </a:r>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Lessing, Goethe</a:t>
            </a:r>
          </a:p>
          <a:p>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(Sturm und </a:t>
            </a:r>
            <a:r>
              <a:rPr lang="en-US"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Drang</a:t>
            </a:r>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08433091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5</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pic>
        <p:nvPicPr>
          <p:cNvPr id="4" name="Grafik 3">
            <a:extLst>
              <a:ext uri="{FF2B5EF4-FFF2-40B4-BE49-F238E27FC236}">
                <a16:creationId xmlns:a16="http://schemas.microsoft.com/office/drawing/2014/main" id="{FC778AA9-F9BF-7245-A96D-3EADB7797D81}"/>
              </a:ext>
            </a:extLst>
          </p:cNvPr>
          <p:cNvPicPr>
            <a:picLocks noChangeAspect="1"/>
          </p:cNvPicPr>
          <p:nvPr/>
        </p:nvPicPr>
        <p:blipFill>
          <a:blip r:embed="rId3"/>
          <a:stretch>
            <a:fillRect/>
          </a:stretch>
        </p:blipFill>
        <p:spPr>
          <a:xfrm>
            <a:off x="976310" y="1171808"/>
            <a:ext cx="3000380" cy="5006826"/>
          </a:xfrm>
          <a:prstGeom prst="rect">
            <a:avLst/>
          </a:prstGeom>
        </p:spPr>
      </p:pic>
      <p:sp>
        <p:nvSpPr>
          <p:cNvPr id="5" name="Rechteck 4">
            <a:extLst>
              <a:ext uri="{FF2B5EF4-FFF2-40B4-BE49-F238E27FC236}">
                <a16:creationId xmlns:a16="http://schemas.microsoft.com/office/drawing/2014/main" id="{BFA6DB3A-9518-3745-9F65-218E8BEE95A8}"/>
              </a:ext>
            </a:extLst>
          </p:cNvPr>
          <p:cNvSpPr/>
          <p:nvPr/>
        </p:nvSpPr>
        <p:spPr>
          <a:xfrm>
            <a:off x="4695916" y="2492896"/>
            <a:ext cx="4953000" cy="1569660"/>
          </a:xfrm>
          <a:prstGeom prst="rect">
            <a:avLst/>
          </a:prstGeom>
        </p:spPr>
        <p:txBody>
          <a:bodyPr>
            <a:spAutoFit/>
          </a:bodyPr>
          <a:lstStyle/>
          <a:p>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Rule-based improvisation:</a:t>
            </a:r>
          </a:p>
          <a:p>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Maximilian </a:t>
            </a:r>
            <a:r>
              <a:rPr lang="en-US"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Langenschwarz</a:t>
            </a:r>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1834</a:t>
            </a:r>
            <a:endParaRPr lang="de-CH"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2238421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6</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5" name="Rechteck 4">
            <a:extLst>
              <a:ext uri="{FF2B5EF4-FFF2-40B4-BE49-F238E27FC236}">
                <a16:creationId xmlns:a16="http://schemas.microsoft.com/office/drawing/2014/main" id="{BFA6DB3A-9518-3745-9F65-218E8BEE95A8}"/>
              </a:ext>
            </a:extLst>
          </p:cNvPr>
          <p:cNvSpPr/>
          <p:nvPr/>
        </p:nvSpPr>
        <p:spPr>
          <a:xfrm>
            <a:off x="4695916" y="2492896"/>
            <a:ext cx="4953000" cy="1077218"/>
          </a:xfrm>
          <a:prstGeom prst="rect">
            <a:avLst/>
          </a:prstGeom>
        </p:spPr>
        <p:txBody>
          <a:bodyPr>
            <a:spAutoFit/>
          </a:bodyPr>
          <a:lstStyle/>
          <a:p>
            <a:r>
              <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No-rules-improvisation:</a:t>
            </a:r>
          </a:p>
          <a:p>
            <a:r>
              <a:rPr lang="en-US"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Patti Stiles 2021</a:t>
            </a:r>
          </a:p>
        </p:txBody>
      </p:sp>
      <p:pic>
        <p:nvPicPr>
          <p:cNvPr id="3" name="Grafik 2">
            <a:extLst>
              <a:ext uri="{FF2B5EF4-FFF2-40B4-BE49-F238E27FC236}">
                <a16:creationId xmlns:a16="http://schemas.microsoft.com/office/drawing/2014/main" id="{C3E5D647-5CCD-C94B-B119-30CDB195FC9B}"/>
              </a:ext>
            </a:extLst>
          </p:cNvPr>
          <p:cNvPicPr>
            <a:picLocks noChangeAspect="1"/>
          </p:cNvPicPr>
          <p:nvPr/>
        </p:nvPicPr>
        <p:blipFill>
          <a:blip r:embed="rId3"/>
          <a:stretch>
            <a:fillRect/>
          </a:stretch>
        </p:blipFill>
        <p:spPr>
          <a:xfrm>
            <a:off x="1512149" y="1340768"/>
            <a:ext cx="2885329" cy="4608512"/>
          </a:xfrm>
          <a:prstGeom prst="rect">
            <a:avLst/>
          </a:prstGeom>
        </p:spPr>
      </p:pic>
    </p:spTree>
    <p:extLst>
      <p:ext uri="{BB962C8B-B14F-4D97-AF65-F5344CB8AC3E}">
        <p14:creationId xmlns:p14="http://schemas.microsoft.com/office/powerpoint/2010/main" val="25316766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7</a:t>
            </a:fld>
            <a:endParaRPr lang="en-US" sz="1500">
              <a:latin typeface="HelveticaNeueLT Com 55 Roman" charset="0"/>
            </a:endParaRPr>
          </a:p>
        </p:txBody>
      </p:sp>
      <p:sp>
        <p:nvSpPr>
          <p:cNvPr id="15363" name="Rectangle 1"/>
          <p:cNvSpPr>
            <a:spLocks noGrp="1" noChangeArrowheads="1"/>
          </p:cNvSpPr>
          <p:nvPr>
            <p:ph type="title"/>
          </p:nvPr>
        </p:nvSpPr>
        <p:spPr>
          <a:xfrm>
            <a:off x="1194010" y="1988840"/>
            <a:ext cx="7970838" cy="3258170"/>
          </a:xfrm>
        </p:spPr>
        <p:txBody>
          <a:bodyPr lIns="0" tIns="0" rIns="0" bIns="0" anchor="t"/>
          <a:lstStyle/>
          <a:p>
            <a:pPr algn="l"/>
            <a:br>
              <a:rPr lang="de-CH" sz="2400" dirty="0">
                <a:solidFill>
                  <a:schemeClr val="bg2">
                    <a:lumMod val="20000"/>
                    <a:lumOff val="80000"/>
                  </a:schemeClr>
                </a:solidFill>
              </a:rPr>
            </a:br>
            <a:r>
              <a:rPr lang="en-US" sz="2400" dirty="0">
                <a:solidFill>
                  <a:schemeClr val="bg2">
                    <a:lumMod val="20000"/>
                    <a:lumOff val="80000"/>
                  </a:schemeClr>
                </a:solidFill>
              </a:rPr>
              <a:t>„Why can´t we paint pictures today like those of Botticelli, </a:t>
            </a:r>
            <a:r>
              <a:rPr lang="en-US" sz="2400" dirty="0" err="1">
                <a:solidFill>
                  <a:schemeClr val="bg2">
                    <a:lumMod val="20000"/>
                    <a:lumOff val="80000"/>
                  </a:schemeClr>
                </a:solidFill>
              </a:rPr>
              <a:t>Micheangelo</a:t>
            </a:r>
            <a:r>
              <a:rPr lang="en-US" sz="2400" dirty="0">
                <a:solidFill>
                  <a:schemeClr val="bg2">
                    <a:lumMod val="20000"/>
                    <a:lumOff val="80000"/>
                  </a:schemeClr>
                </a:solidFill>
              </a:rPr>
              <a:t>, Leonardo, or Titian? Because human beings have completely changed in terms of their consciousness. This is the case not simply because we have the telephone, the airplane, the electric piano, and the escalator, but rather because these experiences have transformed our entire psychophysical condition.” </a:t>
            </a:r>
            <a:br>
              <a:rPr lang="en-US" sz="2400" dirty="0">
                <a:solidFill>
                  <a:schemeClr val="bg2">
                    <a:lumMod val="20000"/>
                    <a:lumOff val="80000"/>
                  </a:schemeClr>
                </a:solidFill>
              </a:rPr>
            </a:br>
            <a:r>
              <a:rPr lang="de-CH" sz="2400" i="1" dirty="0">
                <a:solidFill>
                  <a:schemeClr val="bg2">
                    <a:lumMod val="20000"/>
                    <a:lumOff val="80000"/>
                  </a:schemeClr>
                </a:solidFill>
              </a:rPr>
              <a:t>Hausmann aus «</a:t>
            </a:r>
            <a:r>
              <a:rPr lang="de-CH" sz="2400" i="1" dirty="0" err="1">
                <a:solidFill>
                  <a:schemeClr val="bg2">
                    <a:lumMod val="20000"/>
                    <a:lumOff val="80000"/>
                  </a:schemeClr>
                </a:solidFill>
              </a:rPr>
              <a:t>Pré</a:t>
            </a:r>
            <a:r>
              <a:rPr lang="de-DE" sz="2400" i="1" dirty="0" err="1">
                <a:solidFill>
                  <a:schemeClr val="bg2">
                    <a:lumMod val="20000"/>
                    <a:lumOff val="80000"/>
                  </a:schemeClr>
                </a:solidFill>
              </a:rPr>
              <a:t>sentismus</a:t>
            </a:r>
            <a:r>
              <a:rPr lang="de-DE" sz="2400" i="1" dirty="0">
                <a:solidFill>
                  <a:schemeClr val="bg2">
                    <a:lumMod val="20000"/>
                    <a:lumOff val="80000"/>
                  </a:schemeClr>
                </a:solidFill>
              </a:rPr>
              <a:t>“ 1921</a:t>
            </a:r>
            <a:endParaRPr lang="en-US" sz="2400" i="1"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32534321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8</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Rechteck 1">
            <a:extLst>
              <a:ext uri="{FF2B5EF4-FFF2-40B4-BE49-F238E27FC236}">
                <a16:creationId xmlns:a16="http://schemas.microsoft.com/office/drawing/2014/main" id="{9D1E6737-CF1D-6544-A9FA-BD185759311D}"/>
              </a:ext>
            </a:extLst>
          </p:cNvPr>
          <p:cNvSpPr/>
          <p:nvPr/>
        </p:nvSpPr>
        <p:spPr>
          <a:xfrm>
            <a:off x="4084723" y="2688695"/>
            <a:ext cx="2739853" cy="569387"/>
          </a:xfrm>
          <a:prstGeom prst="rect">
            <a:avLst/>
          </a:prstGeom>
        </p:spPr>
        <p:txBody>
          <a:bodyPr wrap="none">
            <a:spAutoFit/>
          </a:bodyPr>
          <a:lstStyle/>
          <a:p>
            <a:r>
              <a:rPr lang="de-DE" dirty="0"/>
              <a:t>Maschinenkunst</a:t>
            </a:r>
          </a:p>
        </p:txBody>
      </p:sp>
      <p:pic>
        <p:nvPicPr>
          <p:cNvPr id="4" name="Grafik 3">
            <a:extLst>
              <a:ext uri="{FF2B5EF4-FFF2-40B4-BE49-F238E27FC236}">
                <a16:creationId xmlns:a16="http://schemas.microsoft.com/office/drawing/2014/main" id="{574A1558-0D8E-0F48-A8BD-350CC1080277}"/>
              </a:ext>
            </a:extLst>
          </p:cNvPr>
          <p:cNvPicPr>
            <a:picLocks noChangeAspect="1"/>
          </p:cNvPicPr>
          <p:nvPr/>
        </p:nvPicPr>
        <p:blipFill>
          <a:blip r:embed="rId3"/>
          <a:stretch>
            <a:fillRect/>
          </a:stretch>
        </p:blipFill>
        <p:spPr>
          <a:xfrm>
            <a:off x="3477594" y="908720"/>
            <a:ext cx="3954110" cy="5666520"/>
          </a:xfrm>
          <a:prstGeom prst="rect">
            <a:avLst/>
          </a:prstGeom>
        </p:spPr>
      </p:pic>
      <p:sp>
        <p:nvSpPr>
          <p:cNvPr id="6" name="Textfeld 5">
            <a:extLst>
              <a:ext uri="{FF2B5EF4-FFF2-40B4-BE49-F238E27FC236}">
                <a16:creationId xmlns:a16="http://schemas.microsoft.com/office/drawing/2014/main" id="{AE9F30AF-6E4C-E048-9008-A1FBDE65E75D}"/>
              </a:ext>
            </a:extLst>
          </p:cNvPr>
          <p:cNvSpPr txBox="1"/>
          <p:nvPr/>
        </p:nvSpPr>
        <p:spPr>
          <a:xfrm>
            <a:off x="488348" y="5085184"/>
            <a:ext cx="2664296" cy="1200329"/>
          </a:xfrm>
          <a:prstGeom prst="rect">
            <a:avLst/>
          </a:prstGeom>
          <a:noFill/>
        </p:spPr>
        <p:txBody>
          <a:bodyPr wrap="square" rtlCol="0">
            <a:spAutoFit/>
          </a:bodyPr>
          <a:lstStyle/>
          <a:p>
            <a:pPr algn="l"/>
            <a:r>
              <a:rPr lang="de-DE" sz="2400" dirty="0">
                <a:solidFill>
                  <a:schemeClr val="bg2">
                    <a:lumMod val="20000"/>
                    <a:lumOff val="80000"/>
                  </a:schemeClr>
                </a:solidFill>
              </a:rPr>
              <a:t>Raoul Hausmann: Selbstportrait des </a:t>
            </a:r>
            <a:r>
              <a:rPr lang="de-DE" sz="2400" dirty="0" err="1">
                <a:solidFill>
                  <a:schemeClr val="bg2">
                    <a:lumMod val="20000"/>
                    <a:lumOff val="80000"/>
                  </a:schemeClr>
                </a:solidFill>
              </a:rPr>
              <a:t>Dadasophen</a:t>
            </a:r>
            <a:r>
              <a:rPr lang="de-DE" sz="2400" dirty="0">
                <a:solidFill>
                  <a:schemeClr val="bg2">
                    <a:lumMod val="20000"/>
                    <a:lumOff val="80000"/>
                  </a:schemeClr>
                </a:solidFill>
              </a:rPr>
              <a:t>, 1920</a:t>
            </a:r>
          </a:p>
        </p:txBody>
      </p:sp>
    </p:spTree>
    <p:extLst>
      <p:ext uri="{BB962C8B-B14F-4D97-AF65-F5344CB8AC3E}">
        <p14:creationId xmlns:p14="http://schemas.microsoft.com/office/powerpoint/2010/main" val="421257300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9</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Rechteck 1">
            <a:extLst>
              <a:ext uri="{FF2B5EF4-FFF2-40B4-BE49-F238E27FC236}">
                <a16:creationId xmlns:a16="http://schemas.microsoft.com/office/drawing/2014/main" id="{9D1E6737-CF1D-6544-A9FA-BD185759311D}"/>
              </a:ext>
            </a:extLst>
          </p:cNvPr>
          <p:cNvSpPr/>
          <p:nvPr/>
        </p:nvSpPr>
        <p:spPr>
          <a:xfrm>
            <a:off x="4084723" y="2688695"/>
            <a:ext cx="2739853" cy="569387"/>
          </a:xfrm>
          <a:prstGeom prst="rect">
            <a:avLst/>
          </a:prstGeom>
        </p:spPr>
        <p:txBody>
          <a:bodyPr wrap="none">
            <a:spAutoFit/>
          </a:bodyPr>
          <a:lstStyle/>
          <a:p>
            <a:r>
              <a:rPr lang="de-DE" dirty="0"/>
              <a:t>Maschinenkunst</a:t>
            </a:r>
          </a:p>
        </p:txBody>
      </p:sp>
      <p:pic>
        <p:nvPicPr>
          <p:cNvPr id="5" name="Grafik 4">
            <a:extLst>
              <a:ext uri="{FF2B5EF4-FFF2-40B4-BE49-F238E27FC236}">
                <a16:creationId xmlns:a16="http://schemas.microsoft.com/office/drawing/2014/main" id="{5BE7A1D6-A84E-AB4D-933B-C4FE1479F067}"/>
              </a:ext>
            </a:extLst>
          </p:cNvPr>
          <p:cNvPicPr>
            <a:picLocks noChangeAspect="1"/>
          </p:cNvPicPr>
          <p:nvPr/>
        </p:nvPicPr>
        <p:blipFill>
          <a:blip r:embed="rId3"/>
          <a:stretch>
            <a:fillRect/>
          </a:stretch>
        </p:blipFill>
        <p:spPr>
          <a:xfrm>
            <a:off x="2826703" y="836712"/>
            <a:ext cx="3997873" cy="5520350"/>
          </a:xfrm>
          <a:prstGeom prst="rect">
            <a:avLst/>
          </a:prstGeom>
        </p:spPr>
      </p:pic>
    </p:spTree>
    <p:extLst>
      <p:ext uri="{BB962C8B-B14F-4D97-AF65-F5344CB8AC3E}">
        <p14:creationId xmlns:p14="http://schemas.microsoft.com/office/powerpoint/2010/main" val="28370985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10</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Rechteck 1">
            <a:extLst>
              <a:ext uri="{FF2B5EF4-FFF2-40B4-BE49-F238E27FC236}">
                <a16:creationId xmlns:a16="http://schemas.microsoft.com/office/drawing/2014/main" id="{9D1E6737-CF1D-6544-A9FA-BD185759311D}"/>
              </a:ext>
            </a:extLst>
          </p:cNvPr>
          <p:cNvSpPr/>
          <p:nvPr/>
        </p:nvSpPr>
        <p:spPr>
          <a:xfrm>
            <a:off x="4084723" y="2688695"/>
            <a:ext cx="2739853" cy="569387"/>
          </a:xfrm>
          <a:prstGeom prst="rect">
            <a:avLst/>
          </a:prstGeom>
        </p:spPr>
        <p:txBody>
          <a:bodyPr wrap="none">
            <a:spAutoFit/>
          </a:bodyPr>
          <a:lstStyle/>
          <a:p>
            <a:r>
              <a:rPr lang="de-DE" dirty="0"/>
              <a:t>Maschinenkunst</a:t>
            </a:r>
          </a:p>
        </p:txBody>
      </p:sp>
      <p:sp>
        <p:nvSpPr>
          <p:cNvPr id="6" name="Textfeld 5">
            <a:extLst>
              <a:ext uri="{FF2B5EF4-FFF2-40B4-BE49-F238E27FC236}">
                <a16:creationId xmlns:a16="http://schemas.microsoft.com/office/drawing/2014/main" id="{AE9F30AF-6E4C-E048-9008-A1FBDE65E75D}"/>
              </a:ext>
            </a:extLst>
          </p:cNvPr>
          <p:cNvSpPr txBox="1"/>
          <p:nvPr/>
        </p:nvSpPr>
        <p:spPr>
          <a:xfrm>
            <a:off x="2432720" y="5803675"/>
            <a:ext cx="5400756" cy="461665"/>
          </a:xfrm>
          <a:prstGeom prst="rect">
            <a:avLst/>
          </a:prstGeom>
          <a:noFill/>
        </p:spPr>
        <p:txBody>
          <a:bodyPr wrap="square" rtlCol="0">
            <a:spAutoFit/>
          </a:bodyPr>
          <a:lstStyle/>
          <a:p>
            <a:pPr algn="l"/>
            <a:r>
              <a:rPr lang="de-DE" sz="2400" dirty="0">
                <a:solidFill>
                  <a:schemeClr val="bg2">
                    <a:lumMod val="20000"/>
                    <a:lumOff val="80000"/>
                  </a:schemeClr>
                </a:solidFill>
              </a:rPr>
              <a:t>Raoul Hausmann: </a:t>
            </a:r>
            <a:r>
              <a:rPr lang="de-DE" sz="2400" dirty="0" err="1">
                <a:solidFill>
                  <a:schemeClr val="bg2">
                    <a:lumMod val="20000"/>
                    <a:lumOff val="80000"/>
                  </a:schemeClr>
                </a:solidFill>
              </a:rPr>
              <a:t>fmsbw</a:t>
            </a:r>
            <a:r>
              <a:rPr lang="de-DE" sz="2400" dirty="0">
                <a:solidFill>
                  <a:schemeClr val="bg2">
                    <a:lumMod val="20000"/>
                    <a:lumOff val="80000"/>
                  </a:schemeClr>
                </a:solidFill>
              </a:rPr>
              <a:t> 1918</a:t>
            </a:r>
          </a:p>
        </p:txBody>
      </p:sp>
      <p:pic>
        <p:nvPicPr>
          <p:cNvPr id="7" name="Grafik 6">
            <a:extLst>
              <a:ext uri="{FF2B5EF4-FFF2-40B4-BE49-F238E27FC236}">
                <a16:creationId xmlns:a16="http://schemas.microsoft.com/office/drawing/2014/main" id="{68E110F2-969E-A042-80FB-F59C0FC3F3AB}"/>
              </a:ext>
            </a:extLst>
          </p:cNvPr>
          <p:cNvPicPr>
            <a:picLocks noChangeAspect="1"/>
          </p:cNvPicPr>
          <p:nvPr/>
        </p:nvPicPr>
        <p:blipFill>
          <a:blip r:embed="rId3"/>
          <a:stretch>
            <a:fillRect/>
          </a:stretch>
        </p:blipFill>
        <p:spPr>
          <a:xfrm>
            <a:off x="2432720" y="1412776"/>
            <a:ext cx="5760640" cy="4217612"/>
          </a:xfrm>
          <a:prstGeom prst="rect">
            <a:avLst/>
          </a:prstGeom>
        </p:spPr>
      </p:pic>
    </p:spTree>
    <p:extLst>
      <p:ext uri="{BB962C8B-B14F-4D97-AF65-F5344CB8AC3E}">
        <p14:creationId xmlns:p14="http://schemas.microsoft.com/office/powerpoint/2010/main" val="27172769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11</a:t>
            </a:fld>
            <a:endParaRPr lang="en-US" sz="1500">
              <a:latin typeface="HelveticaNeueLT Com 55 Roman" charset="0"/>
            </a:endParaRPr>
          </a:p>
        </p:txBody>
      </p:sp>
      <p:sp>
        <p:nvSpPr>
          <p:cNvPr id="15363" name="Rectangle 1"/>
          <p:cNvSpPr>
            <a:spLocks noGrp="1" noChangeArrowheads="1"/>
          </p:cNvSpPr>
          <p:nvPr>
            <p:ph type="title"/>
          </p:nvPr>
        </p:nvSpPr>
        <p:spPr>
          <a:xfrm>
            <a:off x="967581" y="2564904"/>
            <a:ext cx="7970838" cy="3258170"/>
          </a:xfrm>
        </p:spPr>
        <p:txBody>
          <a:bodyPr lIns="0" tIns="0" rIns="0" bIns="0" anchor="t"/>
          <a:lstStyle/>
          <a:p>
            <a:r>
              <a:rPr lang="en-US" sz="3500" u="sng"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Paradox Practice of Rules:</a:t>
            </a:r>
            <a:br>
              <a:rPr lang="en-US" sz="3500" u="sng"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3500" u="sng"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NOT in </a:t>
            </a:r>
            <a:r>
              <a:rPr lang="en-US" sz="3500" dirty="0" err="1">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favour</a:t>
            </a:r>
            <a: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 of logic</a:t>
            </a:r>
            <a:b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35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but in order to create nonsense and unleash the irrational powers of the unconscious</a:t>
            </a:r>
            <a:endPar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276482980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12</a:t>
            </a:fld>
            <a:endParaRPr lang="en-US" sz="1500">
              <a:latin typeface="HelveticaNeueLT Com 55 Roman" charset="0"/>
            </a:endParaRPr>
          </a:p>
        </p:txBody>
      </p:sp>
      <p:sp>
        <p:nvSpPr>
          <p:cNvPr id="15363" name="Rectangle 1"/>
          <p:cNvSpPr>
            <a:spLocks noGrp="1" noChangeArrowheads="1"/>
          </p:cNvSpPr>
          <p:nvPr>
            <p:ph type="title"/>
          </p:nvPr>
        </p:nvSpPr>
        <p:spPr>
          <a:xfrm>
            <a:off x="1165547" y="2204864"/>
            <a:ext cx="7970838" cy="3258170"/>
          </a:xfrm>
        </p:spPr>
        <p:txBody>
          <a:bodyPr lIns="0" tIns="0" rIns="0" bIns="0" anchor="t"/>
          <a:lstStyle/>
          <a:p>
            <a:pPr algn="l"/>
            <a:r>
              <a:rPr lang="de-CH" sz="2800" u="sng" dirty="0">
                <a:solidFill>
                  <a:schemeClr val="bg2">
                    <a:lumMod val="20000"/>
                    <a:lumOff val="80000"/>
                  </a:schemeClr>
                </a:solidFill>
              </a:rPr>
              <a:t>1960s, France: </a:t>
            </a:r>
            <a:br>
              <a:rPr lang="de-CH" sz="2800" dirty="0">
                <a:solidFill>
                  <a:schemeClr val="bg2">
                    <a:lumMod val="20000"/>
                    <a:lumOff val="80000"/>
                  </a:schemeClr>
                </a:solidFill>
              </a:rPr>
            </a:br>
            <a:r>
              <a:rPr lang="de-CH" sz="2800" dirty="0">
                <a:solidFill>
                  <a:schemeClr val="bg2">
                    <a:lumMod val="20000"/>
                    <a:lumOff val="80000"/>
                  </a:schemeClr>
                </a:solidFill>
              </a:rPr>
              <a:t>The </a:t>
            </a:r>
            <a:r>
              <a:rPr lang="de-CH" sz="2800" dirty="0" err="1">
                <a:solidFill>
                  <a:schemeClr val="bg2">
                    <a:lumMod val="20000"/>
                    <a:lumOff val="80000"/>
                  </a:schemeClr>
                </a:solidFill>
              </a:rPr>
              <a:t>group</a:t>
            </a:r>
            <a:r>
              <a:rPr lang="de-CH" sz="2800" dirty="0">
                <a:solidFill>
                  <a:schemeClr val="bg2">
                    <a:lumMod val="20000"/>
                    <a:lumOff val="80000"/>
                  </a:schemeClr>
                </a:solidFill>
              </a:rPr>
              <a:t> </a:t>
            </a:r>
            <a:r>
              <a:rPr lang="de-CH" sz="2800" dirty="0" err="1">
                <a:solidFill>
                  <a:schemeClr val="bg2">
                    <a:lumMod val="20000"/>
                    <a:lumOff val="80000"/>
                  </a:schemeClr>
                </a:solidFill>
              </a:rPr>
              <a:t>Oulipo</a:t>
            </a:r>
            <a:r>
              <a:rPr lang="de-CH" sz="2800" dirty="0">
                <a:solidFill>
                  <a:schemeClr val="bg2">
                    <a:lumMod val="20000"/>
                    <a:lumOff val="80000"/>
                  </a:schemeClr>
                </a:solidFill>
              </a:rPr>
              <a:t> (</a:t>
            </a:r>
            <a:r>
              <a:rPr lang="de-CH" sz="2800" dirty="0" err="1">
                <a:solidFill>
                  <a:schemeClr val="bg2">
                    <a:lumMod val="20000"/>
                    <a:lumOff val="80000"/>
                  </a:schemeClr>
                </a:solidFill>
              </a:rPr>
              <a:t>Ouvroir</a:t>
            </a:r>
            <a:r>
              <a:rPr lang="de-CH" sz="2800" dirty="0">
                <a:solidFill>
                  <a:schemeClr val="bg2">
                    <a:lumMod val="20000"/>
                    <a:lumOff val="80000"/>
                  </a:schemeClr>
                </a:solidFill>
              </a:rPr>
              <a:t> de </a:t>
            </a:r>
            <a:r>
              <a:rPr lang="de-CH" sz="2800" dirty="0" err="1">
                <a:solidFill>
                  <a:schemeClr val="bg2">
                    <a:lumMod val="20000"/>
                    <a:lumOff val="80000"/>
                  </a:schemeClr>
                </a:solidFill>
              </a:rPr>
              <a:t>literature</a:t>
            </a:r>
            <a:r>
              <a:rPr lang="de-CH" sz="2800" dirty="0">
                <a:solidFill>
                  <a:schemeClr val="bg2">
                    <a:lumMod val="20000"/>
                    <a:lumOff val="80000"/>
                  </a:schemeClr>
                </a:solidFill>
              </a:rPr>
              <a:t> potentielle) </a:t>
            </a:r>
            <a:r>
              <a:rPr lang="de-CH" sz="2800" dirty="0" err="1">
                <a:solidFill>
                  <a:schemeClr val="bg2">
                    <a:lumMod val="20000"/>
                    <a:lumOff val="80000"/>
                  </a:schemeClr>
                </a:solidFill>
              </a:rPr>
              <a:t>around</a:t>
            </a:r>
            <a:r>
              <a:rPr lang="de-CH" sz="2800" dirty="0">
                <a:solidFill>
                  <a:schemeClr val="bg2">
                    <a:lumMod val="20000"/>
                    <a:lumOff val="80000"/>
                  </a:schemeClr>
                </a:solidFill>
              </a:rPr>
              <a:t>  Raimond </a:t>
            </a:r>
            <a:r>
              <a:rPr lang="de-CH" sz="2800" dirty="0" err="1">
                <a:solidFill>
                  <a:schemeClr val="bg2">
                    <a:lumMod val="20000"/>
                    <a:lumOff val="80000"/>
                  </a:schemeClr>
                </a:solidFill>
              </a:rPr>
              <a:t>Queneau</a:t>
            </a:r>
            <a:r>
              <a:rPr lang="de-CH" sz="2800" dirty="0">
                <a:solidFill>
                  <a:schemeClr val="bg2">
                    <a:lumMod val="20000"/>
                    <a:lumOff val="80000"/>
                  </a:schemeClr>
                </a:solidFill>
              </a:rPr>
              <a:t> </a:t>
            </a:r>
            <a:r>
              <a:rPr lang="de-CH" sz="2800" dirty="0" err="1">
                <a:solidFill>
                  <a:schemeClr val="bg2">
                    <a:lumMod val="20000"/>
                    <a:lumOff val="80000"/>
                  </a:schemeClr>
                </a:solidFill>
              </a:rPr>
              <a:t>uses</a:t>
            </a:r>
            <a:r>
              <a:rPr lang="de-CH" sz="2800" dirty="0">
                <a:solidFill>
                  <a:schemeClr val="bg2">
                    <a:lumMod val="20000"/>
                    <a:lumOff val="80000"/>
                  </a:schemeClr>
                </a:solidFill>
              </a:rPr>
              <a:t> </a:t>
            </a:r>
            <a:r>
              <a:rPr lang="de-CH" sz="2800" dirty="0" err="1">
                <a:solidFill>
                  <a:schemeClr val="bg2">
                    <a:lumMod val="20000"/>
                    <a:lumOff val="80000"/>
                  </a:schemeClr>
                </a:solidFill>
              </a:rPr>
              <a:t>mathematical</a:t>
            </a:r>
            <a:r>
              <a:rPr lang="de-CH" sz="2800" dirty="0">
                <a:solidFill>
                  <a:schemeClr val="bg2">
                    <a:lumMod val="20000"/>
                    <a:lumOff val="80000"/>
                  </a:schemeClr>
                </a:solidFill>
              </a:rPr>
              <a:t> </a:t>
            </a:r>
            <a:r>
              <a:rPr lang="de-CH" sz="2800" dirty="0" err="1">
                <a:solidFill>
                  <a:schemeClr val="bg2">
                    <a:lumMod val="20000"/>
                    <a:lumOff val="80000"/>
                  </a:schemeClr>
                </a:solidFill>
              </a:rPr>
              <a:t>games</a:t>
            </a:r>
            <a:r>
              <a:rPr lang="de-CH" sz="2800" dirty="0">
                <a:solidFill>
                  <a:schemeClr val="bg2">
                    <a:lumMod val="20000"/>
                    <a:lumOff val="80000"/>
                  </a:schemeClr>
                </a:solidFill>
              </a:rPr>
              <a:t> </a:t>
            </a:r>
            <a:r>
              <a:rPr lang="de-CH" sz="2800" dirty="0" err="1">
                <a:solidFill>
                  <a:schemeClr val="bg2">
                    <a:lumMod val="20000"/>
                    <a:lumOff val="80000"/>
                  </a:schemeClr>
                </a:solidFill>
              </a:rPr>
              <a:t>to</a:t>
            </a:r>
            <a:r>
              <a:rPr lang="de-CH" sz="2800" dirty="0">
                <a:solidFill>
                  <a:schemeClr val="bg2">
                    <a:lumMod val="20000"/>
                    <a:lumOff val="80000"/>
                  </a:schemeClr>
                </a:solidFill>
              </a:rPr>
              <a:t> </a:t>
            </a:r>
            <a:r>
              <a:rPr lang="de-CH" sz="2800" dirty="0" err="1">
                <a:solidFill>
                  <a:schemeClr val="bg2">
                    <a:lumMod val="20000"/>
                    <a:lumOff val="80000"/>
                  </a:schemeClr>
                </a:solidFill>
              </a:rPr>
              <a:t>challenge</a:t>
            </a:r>
            <a:r>
              <a:rPr lang="de-CH" sz="2800" dirty="0">
                <a:solidFill>
                  <a:schemeClr val="bg2">
                    <a:lumMod val="20000"/>
                    <a:lumOff val="80000"/>
                  </a:schemeClr>
                </a:solidFill>
              </a:rPr>
              <a:t> human </a:t>
            </a:r>
            <a:r>
              <a:rPr lang="de-CH" sz="2800" dirty="0" err="1">
                <a:solidFill>
                  <a:schemeClr val="bg2">
                    <a:lumMod val="20000"/>
                    <a:lumOff val="80000"/>
                  </a:schemeClr>
                </a:solidFill>
              </a:rPr>
              <a:t>creativity</a:t>
            </a:r>
            <a:br>
              <a:rPr lang="de-CH" sz="2800" dirty="0">
                <a:solidFill>
                  <a:schemeClr val="bg2">
                    <a:lumMod val="20000"/>
                    <a:lumOff val="80000"/>
                  </a:schemeClr>
                </a:solidFill>
              </a:rPr>
            </a:br>
            <a:br>
              <a:rPr lang="de-CH" sz="2800" dirty="0">
                <a:solidFill>
                  <a:schemeClr val="bg2">
                    <a:lumMod val="20000"/>
                    <a:lumOff val="80000"/>
                  </a:schemeClr>
                </a:solidFill>
              </a:rPr>
            </a:br>
            <a:endPar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339655694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13</a:t>
            </a:fld>
            <a:endParaRPr lang="en-US" sz="1500">
              <a:latin typeface="HelveticaNeueLT Com 55 Roman" charset="0"/>
            </a:endParaRPr>
          </a:p>
        </p:txBody>
      </p:sp>
      <p:sp>
        <p:nvSpPr>
          <p:cNvPr id="15363" name="Rectangle 1"/>
          <p:cNvSpPr>
            <a:spLocks noGrp="1" noChangeArrowheads="1"/>
          </p:cNvSpPr>
          <p:nvPr>
            <p:ph type="title"/>
          </p:nvPr>
        </p:nvSpPr>
        <p:spPr>
          <a:xfrm>
            <a:off x="1524000" y="1916832"/>
            <a:ext cx="7970838" cy="3258170"/>
          </a:xfrm>
        </p:spPr>
        <p:txBody>
          <a:bodyPr lIns="0" tIns="0" rIns="0" bIns="0" anchor="t"/>
          <a:lstStyle/>
          <a:p>
            <a:pPr algn="l"/>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To see a World in a Grain of Sand</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And a Heaven in a Wild Flower</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Hold Infinity in the Palm of your Hand</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And Eternity in an hour…</a:t>
            </a: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(William Blake, Auguries of Innocence)</a:t>
            </a:r>
            <a:b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endPar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126036917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14</a:t>
            </a:fld>
            <a:endParaRPr lang="en-US" sz="1500">
              <a:latin typeface="HelveticaNeueLT Com 55 Roman" charset="0"/>
            </a:endParaRPr>
          </a:p>
        </p:txBody>
      </p:sp>
      <p:sp>
        <p:nvSpPr>
          <p:cNvPr id="15363" name="Rectangle 1"/>
          <p:cNvSpPr>
            <a:spLocks noGrp="1" noChangeArrowheads="1"/>
          </p:cNvSpPr>
          <p:nvPr>
            <p:ph type="title"/>
          </p:nvPr>
        </p:nvSpPr>
        <p:spPr>
          <a:xfrm>
            <a:off x="1524000" y="1916832"/>
            <a:ext cx="7970838" cy="3258170"/>
          </a:xfrm>
        </p:spPr>
        <p:txBody>
          <a:bodyPr lIns="0" tIns="0" rIns="0" bIns="0" anchor="t"/>
          <a:lstStyle/>
          <a:p>
            <a:pPr algn="l"/>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To see a Worm in a Grampus of Sandblast</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And a Hebe in a Wild Flu</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Hold Inflow in the Palsy of your Hangar</a:t>
            </a: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br>
              <a:rPr lang="en-US" sz="2800" dirty="0">
                <a:solidFill>
                  <a:srgbClr val="FFFF00"/>
                </a:solidFill>
                <a:latin typeface="HelveticaNeueLT Com 55 Roman" charset="0"/>
                <a:ea typeface="ヒラギノ角ゴ ProN W3" charset="0"/>
                <a:cs typeface="ヒラギノ角ゴ ProN W3" charset="0"/>
                <a:sym typeface="HelveticaNeueLT Com 55 Roman" charset="0"/>
              </a:rPr>
            </a:br>
            <a:r>
              <a:rPr lang="en-US" sz="2800" dirty="0">
                <a:solidFill>
                  <a:srgbClr val="FFFF00"/>
                </a:solidFill>
                <a:latin typeface="HelveticaNeueLT Com 55 Roman" charset="0"/>
                <a:ea typeface="ヒラギノ角ゴ ProN W3" charset="0"/>
                <a:cs typeface="ヒラギノ角ゴ ProN W3" charset="0"/>
                <a:sym typeface="HelveticaNeueLT Com 55 Roman" charset="0"/>
              </a:rPr>
              <a:t>And Ethos in an housefly…</a:t>
            </a: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(S &amp; 7)</a:t>
            </a: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2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br>
              <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br>
            <a:endParaRPr lang="en-US" sz="18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172730255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15</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Rechteck 2">
            <a:extLst>
              <a:ext uri="{FF2B5EF4-FFF2-40B4-BE49-F238E27FC236}">
                <a16:creationId xmlns:a16="http://schemas.microsoft.com/office/drawing/2014/main" id="{F905D531-678F-2D48-BF10-B41BC776C4B2}"/>
              </a:ext>
            </a:extLst>
          </p:cNvPr>
          <p:cNvSpPr/>
          <p:nvPr/>
        </p:nvSpPr>
        <p:spPr>
          <a:xfrm>
            <a:off x="1022226" y="3127009"/>
            <a:ext cx="2044452" cy="584775"/>
          </a:xfrm>
          <a:prstGeom prst="rect">
            <a:avLst/>
          </a:prstGeom>
        </p:spPr>
        <p:txBody>
          <a:bodyPr wrap="square">
            <a:spAutoFit/>
          </a:bodyPr>
          <a:lstStyle/>
          <a:p>
            <a:r>
              <a:rPr lang="en-US" sz="3200" dirty="0">
                <a:solidFill>
                  <a:schemeClr val="bg2">
                    <a:lumMod val="20000"/>
                    <a:lumOff val="80000"/>
                  </a:schemeClr>
                </a:solidFill>
                <a:latin typeface="HelveticaNeueLT Com 55 Roman" charset="0"/>
                <a:sym typeface="HelveticaNeueLT Com 55 Roman" charset="0"/>
              </a:rPr>
              <a:t>Sense</a:t>
            </a:r>
            <a:endParaRPr lang="de-DE" dirty="0"/>
          </a:p>
        </p:txBody>
      </p:sp>
      <p:sp>
        <p:nvSpPr>
          <p:cNvPr id="7" name="Rechteck 6">
            <a:extLst>
              <a:ext uri="{FF2B5EF4-FFF2-40B4-BE49-F238E27FC236}">
                <a16:creationId xmlns:a16="http://schemas.microsoft.com/office/drawing/2014/main" id="{36C1BEB6-94C4-654D-B7B7-16D7E28019E6}"/>
              </a:ext>
            </a:extLst>
          </p:cNvPr>
          <p:cNvSpPr/>
          <p:nvPr/>
        </p:nvSpPr>
        <p:spPr>
          <a:xfrm>
            <a:off x="2360712" y="1626711"/>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Conscious</a:t>
            </a:r>
            <a:endParaRPr lang="de-DE" dirty="0"/>
          </a:p>
        </p:txBody>
      </p:sp>
    </p:spTree>
    <p:extLst>
      <p:ext uri="{BB962C8B-B14F-4D97-AF65-F5344CB8AC3E}">
        <p14:creationId xmlns:p14="http://schemas.microsoft.com/office/powerpoint/2010/main" val="260085817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16</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6" name="Rechteck 5">
            <a:extLst>
              <a:ext uri="{FF2B5EF4-FFF2-40B4-BE49-F238E27FC236}">
                <a16:creationId xmlns:a16="http://schemas.microsoft.com/office/drawing/2014/main" id="{36EAF017-0FE5-4149-8D47-93785B089864}"/>
              </a:ext>
            </a:extLst>
          </p:cNvPr>
          <p:cNvSpPr/>
          <p:nvPr/>
        </p:nvSpPr>
        <p:spPr>
          <a:xfrm>
            <a:off x="5097016" y="3136612"/>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Nonsense</a:t>
            </a:r>
            <a:endParaRPr lang="de-DE" dirty="0"/>
          </a:p>
        </p:txBody>
      </p:sp>
      <p:sp>
        <p:nvSpPr>
          <p:cNvPr id="8" name="Rechteck 7">
            <a:extLst>
              <a:ext uri="{FF2B5EF4-FFF2-40B4-BE49-F238E27FC236}">
                <a16:creationId xmlns:a16="http://schemas.microsoft.com/office/drawing/2014/main" id="{0F0833E9-21A4-DA4F-9DE2-9C3F0F4230FE}"/>
              </a:ext>
            </a:extLst>
          </p:cNvPr>
          <p:cNvSpPr/>
          <p:nvPr/>
        </p:nvSpPr>
        <p:spPr>
          <a:xfrm>
            <a:off x="2371091" y="4664098"/>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Unconscious</a:t>
            </a:r>
            <a:endParaRPr lang="de-DE" dirty="0"/>
          </a:p>
        </p:txBody>
      </p:sp>
    </p:spTree>
    <p:extLst>
      <p:ext uri="{BB962C8B-B14F-4D97-AF65-F5344CB8AC3E}">
        <p14:creationId xmlns:p14="http://schemas.microsoft.com/office/powerpoint/2010/main" val="18786864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17</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Rechteck 2">
            <a:extLst>
              <a:ext uri="{FF2B5EF4-FFF2-40B4-BE49-F238E27FC236}">
                <a16:creationId xmlns:a16="http://schemas.microsoft.com/office/drawing/2014/main" id="{F905D531-678F-2D48-BF10-B41BC776C4B2}"/>
              </a:ext>
            </a:extLst>
          </p:cNvPr>
          <p:cNvSpPr/>
          <p:nvPr/>
        </p:nvSpPr>
        <p:spPr>
          <a:xfrm>
            <a:off x="1022226" y="3127009"/>
            <a:ext cx="2044452" cy="584775"/>
          </a:xfrm>
          <a:prstGeom prst="rect">
            <a:avLst/>
          </a:prstGeom>
        </p:spPr>
        <p:txBody>
          <a:bodyPr wrap="square">
            <a:spAutoFit/>
          </a:bodyPr>
          <a:lstStyle/>
          <a:p>
            <a:r>
              <a:rPr lang="en-US" sz="3200" dirty="0">
                <a:solidFill>
                  <a:schemeClr val="bg2">
                    <a:lumMod val="20000"/>
                    <a:lumOff val="80000"/>
                  </a:schemeClr>
                </a:solidFill>
                <a:latin typeface="HelveticaNeueLT Com 55 Roman" charset="0"/>
                <a:sym typeface="HelveticaNeueLT Com 55 Roman" charset="0"/>
              </a:rPr>
              <a:t>Sense</a:t>
            </a:r>
            <a:endParaRPr lang="de-DE" dirty="0"/>
          </a:p>
        </p:txBody>
      </p:sp>
      <p:sp>
        <p:nvSpPr>
          <p:cNvPr id="6" name="Rechteck 5">
            <a:extLst>
              <a:ext uri="{FF2B5EF4-FFF2-40B4-BE49-F238E27FC236}">
                <a16:creationId xmlns:a16="http://schemas.microsoft.com/office/drawing/2014/main" id="{36EAF017-0FE5-4149-8D47-93785B089864}"/>
              </a:ext>
            </a:extLst>
          </p:cNvPr>
          <p:cNvSpPr/>
          <p:nvPr/>
        </p:nvSpPr>
        <p:spPr>
          <a:xfrm>
            <a:off x="5097016" y="3136612"/>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Nonsense</a:t>
            </a:r>
            <a:endParaRPr lang="de-DE" dirty="0"/>
          </a:p>
        </p:txBody>
      </p:sp>
      <p:sp>
        <p:nvSpPr>
          <p:cNvPr id="7" name="Rechteck 6">
            <a:extLst>
              <a:ext uri="{FF2B5EF4-FFF2-40B4-BE49-F238E27FC236}">
                <a16:creationId xmlns:a16="http://schemas.microsoft.com/office/drawing/2014/main" id="{36C1BEB6-94C4-654D-B7B7-16D7E28019E6}"/>
              </a:ext>
            </a:extLst>
          </p:cNvPr>
          <p:cNvSpPr/>
          <p:nvPr/>
        </p:nvSpPr>
        <p:spPr>
          <a:xfrm>
            <a:off x="2360712" y="1626711"/>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Conscious</a:t>
            </a:r>
            <a:endParaRPr lang="de-DE" dirty="0"/>
          </a:p>
        </p:txBody>
      </p:sp>
      <p:sp>
        <p:nvSpPr>
          <p:cNvPr id="8" name="Rechteck 7">
            <a:extLst>
              <a:ext uri="{FF2B5EF4-FFF2-40B4-BE49-F238E27FC236}">
                <a16:creationId xmlns:a16="http://schemas.microsoft.com/office/drawing/2014/main" id="{0F0833E9-21A4-DA4F-9DE2-9C3F0F4230FE}"/>
              </a:ext>
            </a:extLst>
          </p:cNvPr>
          <p:cNvSpPr/>
          <p:nvPr/>
        </p:nvSpPr>
        <p:spPr>
          <a:xfrm>
            <a:off x="2371091" y="4664098"/>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Unconscious</a:t>
            </a:r>
            <a:endParaRPr lang="de-DE" dirty="0"/>
          </a:p>
        </p:txBody>
      </p:sp>
      <p:sp>
        <p:nvSpPr>
          <p:cNvPr id="4" name="Halbbogen 3">
            <a:extLst>
              <a:ext uri="{FF2B5EF4-FFF2-40B4-BE49-F238E27FC236}">
                <a16:creationId xmlns:a16="http://schemas.microsoft.com/office/drawing/2014/main" id="{A9204AE0-113B-8941-BA72-47E5305FB709}"/>
              </a:ext>
            </a:extLst>
          </p:cNvPr>
          <p:cNvSpPr/>
          <p:nvPr/>
        </p:nvSpPr>
        <p:spPr bwMode="auto">
          <a:xfrm>
            <a:off x="3548845" y="2547030"/>
            <a:ext cx="2520280" cy="947071"/>
          </a:xfrm>
          <a:prstGeom prst="blockArc">
            <a:avLst/>
          </a:prstGeom>
          <a:solidFill>
            <a:schemeClr val="accent1"/>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endParaRPr>
          </a:p>
        </p:txBody>
      </p:sp>
      <p:sp>
        <p:nvSpPr>
          <p:cNvPr id="11" name="Halbbogen 10">
            <a:extLst>
              <a:ext uri="{FF2B5EF4-FFF2-40B4-BE49-F238E27FC236}">
                <a16:creationId xmlns:a16="http://schemas.microsoft.com/office/drawing/2014/main" id="{595530E1-51AF-6F4F-BCC5-1026CF5E4162}"/>
              </a:ext>
            </a:extLst>
          </p:cNvPr>
          <p:cNvSpPr/>
          <p:nvPr/>
        </p:nvSpPr>
        <p:spPr bwMode="auto">
          <a:xfrm rot="10800000">
            <a:off x="3503874" y="3381483"/>
            <a:ext cx="2520280" cy="856660"/>
          </a:xfrm>
          <a:prstGeom prst="blockArc">
            <a:avLst/>
          </a:prstGeom>
          <a:solidFill>
            <a:srgbClr val="0070C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endParaRPr>
          </a:p>
        </p:txBody>
      </p:sp>
    </p:spTree>
    <p:extLst>
      <p:ext uri="{BB962C8B-B14F-4D97-AF65-F5344CB8AC3E}">
        <p14:creationId xmlns:p14="http://schemas.microsoft.com/office/powerpoint/2010/main" val="403560726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18</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Rechteck 2">
            <a:extLst>
              <a:ext uri="{FF2B5EF4-FFF2-40B4-BE49-F238E27FC236}">
                <a16:creationId xmlns:a16="http://schemas.microsoft.com/office/drawing/2014/main" id="{F905D531-678F-2D48-BF10-B41BC776C4B2}"/>
              </a:ext>
            </a:extLst>
          </p:cNvPr>
          <p:cNvSpPr/>
          <p:nvPr/>
        </p:nvSpPr>
        <p:spPr>
          <a:xfrm>
            <a:off x="1022226" y="3127009"/>
            <a:ext cx="2044452" cy="584775"/>
          </a:xfrm>
          <a:prstGeom prst="rect">
            <a:avLst/>
          </a:prstGeom>
        </p:spPr>
        <p:txBody>
          <a:bodyPr wrap="square">
            <a:spAutoFit/>
          </a:bodyPr>
          <a:lstStyle/>
          <a:p>
            <a:r>
              <a:rPr lang="en-US" sz="3200" dirty="0">
                <a:solidFill>
                  <a:schemeClr val="bg2">
                    <a:lumMod val="20000"/>
                    <a:lumOff val="80000"/>
                  </a:schemeClr>
                </a:solidFill>
                <a:latin typeface="HelveticaNeueLT Com 55 Roman" charset="0"/>
                <a:sym typeface="HelveticaNeueLT Com 55 Roman" charset="0"/>
              </a:rPr>
              <a:t>Sense</a:t>
            </a:r>
            <a:endParaRPr lang="de-DE" dirty="0"/>
          </a:p>
        </p:txBody>
      </p:sp>
      <p:sp>
        <p:nvSpPr>
          <p:cNvPr id="6" name="Rechteck 5">
            <a:extLst>
              <a:ext uri="{FF2B5EF4-FFF2-40B4-BE49-F238E27FC236}">
                <a16:creationId xmlns:a16="http://schemas.microsoft.com/office/drawing/2014/main" id="{36EAF017-0FE5-4149-8D47-93785B089864}"/>
              </a:ext>
            </a:extLst>
          </p:cNvPr>
          <p:cNvSpPr/>
          <p:nvPr/>
        </p:nvSpPr>
        <p:spPr>
          <a:xfrm>
            <a:off x="5097016" y="3136612"/>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Nonsense</a:t>
            </a:r>
            <a:endParaRPr lang="de-DE" dirty="0"/>
          </a:p>
        </p:txBody>
      </p:sp>
      <p:sp>
        <p:nvSpPr>
          <p:cNvPr id="7" name="Rechteck 6">
            <a:extLst>
              <a:ext uri="{FF2B5EF4-FFF2-40B4-BE49-F238E27FC236}">
                <a16:creationId xmlns:a16="http://schemas.microsoft.com/office/drawing/2014/main" id="{36C1BEB6-94C4-654D-B7B7-16D7E28019E6}"/>
              </a:ext>
            </a:extLst>
          </p:cNvPr>
          <p:cNvSpPr/>
          <p:nvPr/>
        </p:nvSpPr>
        <p:spPr>
          <a:xfrm>
            <a:off x="2360712" y="1626711"/>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Conscious</a:t>
            </a:r>
            <a:endParaRPr lang="de-DE" dirty="0"/>
          </a:p>
        </p:txBody>
      </p:sp>
      <p:sp>
        <p:nvSpPr>
          <p:cNvPr id="8" name="Rechteck 7">
            <a:extLst>
              <a:ext uri="{FF2B5EF4-FFF2-40B4-BE49-F238E27FC236}">
                <a16:creationId xmlns:a16="http://schemas.microsoft.com/office/drawing/2014/main" id="{0F0833E9-21A4-DA4F-9DE2-9C3F0F4230FE}"/>
              </a:ext>
            </a:extLst>
          </p:cNvPr>
          <p:cNvSpPr/>
          <p:nvPr/>
        </p:nvSpPr>
        <p:spPr>
          <a:xfrm>
            <a:off x="2371091" y="4664098"/>
            <a:ext cx="4953000" cy="584775"/>
          </a:xfrm>
          <a:prstGeom prst="rect">
            <a:avLst/>
          </a:prstGeom>
        </p:spPr>
        <p:txBody>
          <a:bodyPr>
            <a:spAutoFit/>
          </a:bodyPr>
          <a:lstStyle/>
          <a:p>
            <a:r>
              <a:rPr lang="en-US" sz="3200" dirty="0">
                <a:solidFill>
                  <a:schemeClr val="bg2">
                    <a:lumMod val="20000"/>
                    <a:lumOff val="80000"/>
                  </a:schemeClr>
                </a:solidFill>
                <a:latin typeface="HelveticaNeueLT Com 55 Roman" charset="0"/>
                <a:sym typeface="HelveticaNeueLT Com 55 Roman" charset="0"/>
              </a:rPr>
              <a:t>Unconscious</a:t>
            </a:r>
            <a:endParaRPr lang="de-DE" dirty="0"/>
          </a:p>
        </p:txBody>
      </p:sp>
      <p:sp>
        <p:nvSpPr>
          <p:cNvPr id="4" name="Halbbogen 3">
            <a:extLst>
              <a:ext uri="{FF2B5EF4-FFF2-40B4-BE49-F238E27FC236}">
                <a16:creationId xmlns:a16="http://schemas.microsoft.com/office/drawing/2014/main" id="{A9204AE0-113B-8941-BA72-47E5305FB709}"/>
              </a:ext>
            </a:extLst>
          </p:cNvPr>
          <p:cNvSpPr/>
          <p:nvPr/>
        </p:nvSpPr>
        <p:spPr bwMode="auto">
          <a:xfrm>
            <a:off x="3548845" y="2547030"/>
            <a:ext cx="2520280" cy="947071"/>
          </a:xfrm>
          <a:prstGeom prst="blockArc">
            <a:avLst/>
          </a:prstGeom>
          <a:solidFill>
            <a:schemeClr val="accent1"/>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endParaRPr>
          </a:p>
        </p:txBody>
      </p:sp>
      <p:sp>
        <p:nvSpPr>
          <p:cNvPr id="11" name="Halbbogen 10">
            <a:extLst>
              <a:ext uri="{FF2B5EF4-FFF2-40B4-BE49-F238E27FC236}">
                <a16:creationId xmlns:a16="http://schemas.microsoft.com/office/drawing/2014/main" id="{595530E1-51AF-6F4F-BCC5-1026CF5E4162}"/>
              </a:ext>
            </a:extLst>
          </p:cNvPr>
          <p:cNvSpPr/>
          <p:nvPr/>
        </p:nvSpPr>
        <p:spPr bwMode="auto">
          <a:xfrm rot="10800000">
            <a:off x="3503874" y="3381483"/>
            <a:ext cx="2520280" cy="856660"/>
          </a:xfrm>
          <a:prstGeom prst="blockArc">
            <a:avLst/>
          </a:prstGeom>
          <a:solidFill>
            <a:srgbClr val="0070C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de-DE"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endParaRPr>
          </a:p>
        </p:txBody>
      </p:sp>
      <p:sp>
        <p:nvSpPr>
          <p:cNvPr id="2" name="Textfeld 1">
            <a:extLst>
              <a:ext uri="{FF2B5EF4-FFF2-40B4-BE49-F238E27FC236}">
                <a16:creationId xmlns:a16="http://schemas.microsoft.com/office/drawing/2014/main" id="{9CFA6B5B-5C22-3E41-9E20-C6D8A4A838EC}"/>
              </a:ext>
            </a:extLst>
          </p:cNvPr>
          <p:cNvSpPr txBox="1"/>
          <p:nvPr/>
        </p:nvSpPr>
        <p:spPr>
          <a:xfrm>
            <a:off x="6422580" y="1604192"/>
            <a:ext cx="1872208" cy="1015663"/>
          </a:xfrm>
          <a:prstGeom prst="rect">
            <a:avLst/>
          </a:prstGeom>
          <a:noFill/>
        </p:spPr>
        <p:txBody>
          <a:bodyPr wrap="square" rtlCol="0">
            <a:spAutoFit/>
          </a:bodyPr>
          <a:lstStyle/>
          <a:p>
            <a:r>
              <a:rPr lang="de-DE" sz="2000" dirty="0">
                <a:solidFill>
                  <a:schemeClr val="accent1"/>
                </a:solidFill>
              </a:rPr>
              <a:t>Machines </a:t>
            </a:r>
            <a:r>
              <a:rPr lang="de-DE" sz="2000" dirty="0" err="1">
                <a:solidFill>
                  <a:schemeClr val="accent1"/>
                </a:solidFill>
              </a:rPr>
              <a:t>for</a:t>
            </a:r>
            <a:r>
              <a:rPr lang="de-DE" sz="2000" dirty="0">
                <a:solidFill>
                  <a:schemeClr val="accent1"/>
                </a:solidFill>
              </a:rPr>
              <a:t> </a:t>
            </a:r>
            <a:r>
              <a:rPr lang="de-DE" sz="2000" dirty="0" err="1">
                <a:solidFill>
                  <a:schemeClr val="accent1"/>
                </a:solidFill>
              </a:rPr>
              <a:t>Nonsense</a:t>
            </a:r>
            <a:r>
              <a:rPr lang="de-DE" sz="2000" dirty="0">
                <a:solidFill>
                  <a:schemeClr val="accent1"/>
                </a:solidFill>
              </a:rPr>
              <a:t> Generation</a:t>
            </a:r>
          </a:p>
        </p:txBody>
      </p:sp>
      <p:sp>
        <p:nvSpPr>
          <p:cNvPr id="5" name="Textfeld 4">
            <a:extLst>
              <a:ext uri="{FF2B5EF4-FFF2-40B4-BE49-F238E27FC236}">
                <a16:creationId xmlns:a16="http://schemas.microsoft.com/office/drawing/2014/main" id="{BEB4C6A7-04A7-474B-A802-424809284B9E}"/>
              </a:ext>
            </a:extLst>
          </p:cNvPr>
          <p:cNvSpPr txBox="1"/>
          <p:nvPr/>
        </p:nvSpPr>
        <p:spPr>
          <a:xfrm>
            <a:off x="1252959" y="4325543"/>
            <a:ext cx="1813719" cy="923330"/>
          </a:xfrm>
          <a:prstGeom prst="rect">
            <a:avLst/>
          </a:prstGeom>
          <a:noFill/>
        </p:spPr>
        <p:txBody>
          <a:bodyPr wrap="square" rtlCol="0">
            <a:spAutoFit/>
          </a:bodyPr>
          <a:lstStyle/>
          <a:p>
            <a:r>
              <a:rPr lang="de-DE" sz="1800" dirty="0">
                <a:solidFill>
                  <a:srgbClr val="0070C0"/>
                </a:solidFill>
              </a:rPr>
              <a:t>Machines </a:t>
            </a:r>
            <a:r>
              <a:rPr lang="de-DE" sz="1800" dirty="0" err="1">
                <a:solidFill>
                  <a:srgbClr val="0070C0"/>
                </a:solidFill>
              </a:rPr>
              <a:t>for</a:t>
            </a:r>
            <a:r>
              <a:rPr lang="de-DE" sz="1800" dirty="0">
                <a:solidFill>
                  <a:srgbClr val="0070C0"/>
                </a:solidFill>
              </a:rPr>
              <a:t> Sense Generation</a:t>
            </a:r>
          </a:p>
        </p:txBody>
      </p:sp>
    </p:spTree>
    <p:extLst>
      <p:ext uri="{BB962C8B-B14F-4D97-AF65-F5344CB8AC3E}">
        <p14:creationId xmlns:p14="http://schemas.microsoft.com/office/powerpoint/2010/main" val="55666213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19</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4" name="Rechteck 3">
            <a:extLst>
              <a:ext uri="{FF2B5EF4-FFF2-40B4-BE49-F238E27FC236}">
                <a16:creationId xmlns:a16="http://schemas.microsoft.com/office/drawing/2014/main" id="{D8F817FB-04A0-7C4D-A03E-815FC0917372}"/>
              </a:ext>
            </a:extLst>
          </p:cNvPr>
          <p:cNvSpPr/>
          <p:nvPr/>
        </p:nvSpPr>
        <p:spPr>
          <a:xfrm>
            <a:off x="1064568" y="1659285"/>
            <a:ext cx="7344816" cy="3046988"/>
          </a:xfrm>
          <a:prstGeom prst="rect">
            <a:avLst/>
          </a:prstGeom>
        </p:spPr>
        <p:txBody>
          <a:bodyPr wrap="square">
            <a:spAutoFit/>
          </a:bodyPr>
          <a:lstStyle/>
          <a:p>
            <a:r>
              <a:rPr lang="de-CH" sz="32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Artistic</a:t>
            </a:r>
            <a:r>
              <a:rPr lang="de-CH"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a:t>
            </a:r>
            <a:r>
              <a:rPr lang="de-CH" sz="3200" dirty="0" err="1">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Strategies</a:t>
            </a:r>
            <a:endParaRPr lang="de-CH"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de-CH"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Follow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the</a:t>
            </a: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rules</a:t>
            </a:r>
            <a:endPar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Break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the</a:t>
            </a: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rules</a:t>
            </a:r>
            <a:endPar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Employ</a:t>
            </a: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rules</a:t>
            </a:r>
            <a:r>
              <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rPr>
              <a:t> in a paradox </a:t>
            </a:r>
            <a:r>
              <a:rPr lang="de-CH" sz="3200" dirty="0" err="1">
                <a:solidFill>
                  <a:schemeClr val="bg1"/>
                </a:solidFill>
                <a:latin typeface="Calibri" panose="020F0502020204030204" pitchFamily="34" charset="0"/>
                <a:ea typeface="Calibri" panose="020F0502020204030204" pitchFamily="34" charset="0"/>
                <a:cs typeface="Times New Roman" panose="02020603050405020304" pitchFamily="18" charset="0"/>
              </a:rPr>
              <a:t>way</a:t>
            </a:r>
            <a:endPar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marL="514350" indent="-514350">
              <a:buAutoNum type="arabicPeriod"/>
            </a:pPr>
            <a:endParaRPr lang="de-CH" sz="32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1557080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20</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pic>
        <p:nvPicPr>
          <p:cNvPr id="5" name="Grafik 4">
            <a:extLst>
              <a:ext uri="{FF2B5EF4-FFF2-40B4-BE49-F238E27FC236}">
                <a16:creationId xmlns:a16="http://schemas.microsoft.com/office/drawing/2014/main" id="{1A2D107B-B8A2-3D44-8B45-1B9BC0D794C2}"/>
              </a:ext>
            </a:extLst>
          </p:cNvPr>
          <p:cNvPicPr>
            <a:picLocks noChangeAspect="1"/>
          </p:cNvPicPr>
          <p:nvPr/>
        </p:nvPicPr>
        <p:blipFill>
          <a:blip r:embed="rId3"/>
          <a:stretch>
            <a:fillRect/>
          </a:stretch>
        </p:blipFill>
        <p:spPr>
          <a:xfrm>
            <a:off x="1208584" y="932723"/>
            <a:ext cx="7632848" cy="5088565"/>
          </a:xfrm>
          <a:prstGeom prst="rect">
            <a:avLst/>
          </a:prstGeom>
        </p:spPr>
      </p:pic>
      <p:sp>
        <p:nvSpPr>
          <p:cNvPr id="6" name="Textfeld 5">
            <a:extLst>
              <a:ext uri="{FF2B5EF4-FFF2-40B4-BE49-F238E27FC236}">
                <a16:creationId xmlns:a16="http://schemas.microsoft.com/office/drawing/2014/main" id="{2AE4F88E-4DC9-3B4C-BFDB-FF84F28BB1F1}"/>
              </a:ext>
            </a:extLst>
          </p:cNvPr>
          <p:cNvSpPr txBox="1"/>
          <p:nvPr/>
        </p:nvSpPr>
        <p:spPr>
          <a:xfrm>
            <a:off x="979243" y="5985317"/>
            <a:ext cx="5688632" cy="400110"/>
          </a:xfrm>
          <a:prstGeom prst="rect">
            <a:avLst/>
          </a:prstGeom>
          <a:noFill/>
        </p:spPr>
        <p:txBody>
          <a:bodyPr wrap="square" rtlCol="0">
            <a:spAutoFit/>
          </a:bodyPr>
          <a:lstStyle/>
          <a:p>
            <a:pPr algn="l"/>
            <a:r>
              <a:rPr lang="de-CH" sz="2000" dirty="0" err="1">
                <a:solidFill>
                  <a:schemeClr val="bg2">
                    <a:lumMod val="20000"/>
                    <a:lumOff val="80000"/>
                  </a:schemeClr>
                </a:solidFill>
              </a:rPr>
              <a:t>Photo</a:t>
            </a:r>
            <a:r>
              <a:rPr lang="de-CH" sz="2000" dirty="0">
                <a:solidFill>
                  <a:schemeClr val="bg2">
                    <a:lumMod val="20000"/>
                    <a:lumOff val="80000"/>
                  </a:schemeClr>
                </a:solidFill>
              </a:rPr>
              <a:t> </a:t>
            </a:r>
            <a:r>
              <a:rPr lang="de-CH" sz="2000" dirty="0" err="1">
                <a:solidFill>
                  <a:schemeClr val="bg2">
                    <a:lumMod val="20000"/>
                    <a:lumOff val="80000"/>
                  </a:schemeClr>
                </a:solidFill>
              </a:rPr>
              <a:t>credits</a:t>
            </a:r>
            <a:r>
              <a:rPr lang="de-CH" sz="2000" dirty="0">
                <a:solidFill>
                  <a:schemeClr val="bg2">
                    <a:lumMod val="20000"/>
                    <a:lumOff val="80000"/>
                  </a:schemeClr>
                </a:solidFill>
              </a:rPr>
              <a:t>: Mark </a:t>
            </a:r>
            <a:r>
              <a:rPr lang="de-CH" sz="2000" dirty="0" err="1">
                <a:solidFill>
                  <a:schemeClr val="bg2">
                    <a:lumMod val="20000"/>
                    <a:lumOff val="80000"/>
                  </a:schemeClr>
                </a:solidFill>
              </a:rPr>
              <a:t>Hambelton</a:t>
            </a:r>
            <a:endParaRPr lang="de-CH" sz="2000" dirty="0">
              <a:solidFill>
                <a:schemeClr val="bg2">
                  <a:lumMod val="20000"/>
                  <a:lumOff val="80000"/>
                </a:schemeClr>
              </a:solidFill>
            </a:endParaRPr>
          </a:p>
        </p:txBody>
      </p:sp>
    </p:spTree>
    <p:extLst>
      <p:ext uri="{BB962C8B-B14F-4D97-AF65-F5344CB8AC3E}">
        <p14:creationId xmlns:p14="http://schemas.microsoft.com/office/powerpoint/2010/main" val="135584102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21</a:t>
            </a:fld>
            <a:endParaRPr lang="en-US" sz="1500">
              <a:latin typeface="HelveticaNeueLT Com 55 Roman" charset="0"/>
            </a:endParaRPr>
          </a:p>
        </p:txBody>
      </p:sp>
      <p:sp>
        <p:nvSpPr>
          <p:cNvPr id="15363" name="Rectangle 1"/>
          <p:cNvSpPr>
            <a:spLocks noGrp="1" noChangeArrowheads="1"/>
          </p:cNvSpPr>
          <p:nvPr>
            <p:ph type="title"/>
          </p:nvPr>
        </p:nvSpPr>
        <p:spPr>
          <a:xfrm>
            <a:off x="967581" y="2564904"/>
            <a:ext cx="7970838" cy="3258170"/>
          </a:xfrm>
        </p:spPr>
        <p:txBody>
          <a:bodyPr lIns="0" tIns="0" rIns="0" bIns="0" anchor="t"/>
          <a:lstStyle/>
          <a:p>
            <a:pPr eaLnBrk="1" hangingPunct="1"/>
            <a:r>
              <a:rPr lang="en-US" sz="36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The Spell of </a:t>
            </a:r>
            <a:r>
              <a:rPr lang="en-US" sz="3600" dirty="0" err="1">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rPr>
              <a:t>Anthropomorpism</a:t>
            </a:r>
            <a:endParaRPr lang="en-US" sz="3600" dirty="0">
              <a:solidFill>
                <a:schemeClr val="bg2">
                  <a:lumMod val="20000"/>
                  <a:lumOff val="80000"/>
                </a:schemeClr>
              </a:solidFill>
              <a:latin typeface="HelveticaNeueLT Com 55 Roman" charset="0"/>
              <a:ea typeface="ヒラギノ角ゴ ProN W3" charset="0"/>
              <a:cs typeface="ヒラギノ角ゴ ProN W3" charset="0"/>
              <a:sym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Tree>
    <p:extLst>
      <p:ext uri="{BB962C8B-B14F-4D97-AF65-F5344CB8AC3E}">
        <p14:creationId xmlns:p14="http://schemas.microsoft.com/office/powerpoint/2010/main" val="307665142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22</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2" name="Textfeld 1">
            <a:extLst>
              <a:ext uri="{FF2B5EF4-FFF2-40B4-BE49-F238E27FC236}">
                <a16:creationId xmlns:a16="http://schemas.microsoft.com/office/drawing/2014/main" id="{795C0882-63DD-3349-AB75-884F570E02DA}"/>
              </a:ext>
            </a:extLst>
          </p:cNvPr>
          <p:cNvSpPr txBox="1"/>
          <p:nvPr/>
        </p:nvSpPr>
        <p:spPr>
          <a:xfrm>
            <a:off x="2432720" y="3284984"/>
            <a:ext cx="3456384" cy="569387"/>
          </a:xfrm>
          <a:prstGeom prst="rect">
            <a:avLst/>
          </a:prstGeom>
          <a:noFill/>
        </p:spPr>
        <p:txBody>
          <a:bodyPr wrap="square" rtlCol="0">
            <a:spAutoFit/>
          </a:bodyPr>
          <a:lstStyle/>
          <a:p>
            <a:r>
              <a:rPr lang="de-DE" dirty="0">
                <a:solidFill>
                  <a:schemeClr val="bg2">
                    <a:lumMod val="20000"/>
                    <a:lumOff val="80000"/>
                  </a:schemeClr>
                </a:solidFill>
              </a:rPr>
              <a:t>MEET JANN!</a:t>
            </a:r>
          </a:p>
        </p:txBody>
      </p:sp>
      <p:pic>
        <p:nvPicPr>
          <p:cNvPr id="7" name="Grafik 6">
            <a:extLst>
              <a:ext uri="{FF2B5EF4-FFF2-40B4-BE49-F238E27FC236}">
                <a16:creationId xmlns:a16="http://schemas.microsoft.com/office/drawing/2014/main" id="{1802487D-22E5-7F48-860E-E6A8B60B5173}"/>
              </a:ext>
            </a:extLst>
          </p:cNvPr>
          <p:cNvPicPr>
            <a:picLocks noChangeAspect="1"/>
          </p:cNvPicPr>
          <p:nvPr/>
        </p:nvPicPr>
        <p:blipFill>
          <a:blip r:embed="rId3"/>
          <a:stretch>
            <a:fillRect/>
          </a:stretch>
        </p:blipFill>
        <p:spPr>
          <a:xfrm>
            <a:off x="2720752" y="843934"/>
            <a:ext cx="4075956" cy="5451486"/>
          </a:xfrm>
          <a:prstGeom prst="rect">
            <a:avLst/>
          </a:prstGeom>
        </p:spPr>
      </p:pic>
    </p:spTree>
    <p:extLst>
      <p:ext uri="{BB962C8B-B14F-4D97-AF65-F5344CB8AC3E}">
        <p14:creationId xmlns:p14="http://schemas.microsoft.com/office/powerpoint/2010/main" val="318859729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23</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Textfeld 2">
            <a:extLst>
              <a:ext uri="{FF2B5EF4-FFF2-40B4-BE49-F238E27FC236}">
                <a16:creationId xmlns:a16="http://schemas.microsoft.com/office/drawing/2014/main" id="{6FD6DCDD-C71F-9649-BD36-468D2ABEE0CA}"/>
              </a:ext>
            </a:extLst>
          </p:cNvPr>
          <p:cNvSpPr txBox="1"/>
          <p:nvPr/>
        </p:nvSpPr>
        <p:spPr>
          <a:xfrm>
            <a:off x="1280592" y="2348880"/>
            <a:ext cx="7344816" cy="2954655"/>
          </a:xfrm>
          <a:prstGeom prst="rect">
            <a:avLst/>
          </a:prstGeom>
          <a:noFill/>
        </p:spPr>
        <p:txBody>
          <a:bodyPr wrap="square" rtlCol="0">
            <a:spAutoFit/>
          </a:bodyPr>
          <a:lstStyle/>
          <a:p>
            <a:pPr algn="l"/>
            <a:r>
              <a:rPr lang="de-DE" b="1" dirty="0" err="1">
                <a:solidFill>
                  <a:schemeClr val="bg1"/>
                </a:solidFill>
              </a:rPr>
              <a:t>Overcoming</a:t>
            </a:r>
            <a:r>
              <a:rPr lang="de-DE" b="1" dirty="0">
                <a:solidFill>
                  <a:schemeClr val="bg1"/>
                </a:solidFill>
              </a:rPr>
              <a:t> </a:t>
            </a:r>
            <a:r>
              <a:rPr lang="de-DE" b="1" dirty="0" err="1">
                <a:solidFill>
                  <a:schemeClr val="bg1"/>
                </a:solidFill>
              </a:rPr>
              <a:t>the</a:t>
            </a:r>
            <a:r>
              <a:rPr lang="de-DE" b="1" dirty="0">
                <a:solidFill>
                  <a:schemeClr val="bg1"/>
                </a:solidFill>
              </a:rPr>
              <a:t> Spell:</a:t>
            </a:r>
          </a:p>
          <a:p>
            <a:pPr algn="l"/>
            <a:r>
              <a:rPr lang="de-DE" dirty="0" err="1">
                <a:solidFill>
                  <a:schemeClr val="bg1"/>
                </a:solidFill>
              </a:rPr>
              <a:t>Humans</a:t>
            </a:r>
            <a:r>
              <a:rPr lang="de-DE" dirty="0">
                <a:solidFill>
                  <a:schemeClr val="bg1"/>
                </a:solidFill>
              </a:rPr>
              <a:t> </a:t>
            </a:r>
            <a:r>
              <a:rPr lang="de-DE" dirty="0" err="1">
                <a:solidFill>
                  <a:schemeClr val="bg1"/>
                </a:solidFill>
              </a:rPr>
              <a:t>today</a:t>
            </a:r>
            <a:r>
              <a:rPr lang="de-DE" dirty="0">
                <a:solidFill>
                  <a:schemeClr val="bg1"/>
                </a:solidFill>
              </a:rPr>
              <a:t> </a:t>
            </a:r>
            <a:r>
              <a:rPr lang="de-DE" dirty="0" err="1">
                <a:solidFill>
                  <a:schemeClr val="bg1"/>
                </a:solidFill>
              </a:rPr>
              <a:t>cannot</a:t>
            </a:r>
            <a:r>
              <a:rPr lang="de-DE" dirty="0">
                <a:solidFill>
                  <a:schemeClr val="bg1"/>
                </a:solidFill>
              </a:rPr>
              <a:t> </a:t>
            </a:r>
            <a:r>
              <a:rPr lang="de-DE" dirty="0" err="1">
                <a:solidFill>
                  <a:schemeClr val="bg1"/>
                </a:solidFill>
              </a:rPr>
              <a:t>look</a:t>
            </a:r>
            <a:r>
              <a:rPr lang="de-DE" dirty="0">
                <a:solidFill>
                  <a:schemeClr val="bg1"/>
                </a:solidFill>
              </a:rPr>
              <a:t> at </a:t>
            </a:r>
            <a:r>
              <a:rPr lang="de-DE" dirty="0" err="1">
                <a:solidFill>
                  <a:schemeClr val="bg1"/>
                </a:solidFill>
              </a:rPr>
              <a:t>machines</a:t>
            </a:r>
            <a:r>
              <a:rPr lang="de-DE" dirty="0">
                <a:solidFill>
                  <a:schemeClr val="bg1"/>
                </a:solidFill>
              </a:rPr>
              <a:t> </a:t>
            </a:r>
            <a:r>
              <a:rPr lang="de-DE" dirty="0" err="1">
                <a:solidFill>
                  <a:schemeClr val="bg1"/>
                </a:solidFill>
              </a:rPr>
              <a:t>from</a:t>
            </a:r>
            <a:r>
              <a:rPr lang="de-DE" dirty="0">
                <a:solidFill>
                  <a:schemeClr val="bg1"/>
                </a:solidFill>
              </a:rPr>
              <a:t> a </a:t>
            </a:r>
            <a:r>
              <a:rPr lang="de-DE" dirty="0" err="1">
                <a:solidFill>
                  <a:schemeClr val="bg1"/>
                </a:solidFill>
              </a:rPr>
              <a:t>detached</a:t>
            </a:r>
            <a:r>
              <a:rPr lang="de-DE" dirty="0">
                <a:solidFill>
                  <a:schemeClr val="bg1"/>
                </a:solidFill>
              </a:rPr>
              <a:t> human </a:t>
            </a:r>
            <a:r>
              <a:rPr lang="de-DE" dirty="0" err="1">
                <a:solidFill>
                  <a:schemeClr val="bg1"/>
                </a:solidFill>
              </a:rPr>
              <a:t>perspective</a:t>
            </a:r>
            <a:r>
              <a:rPr lang="de-DE" dirty="0">
                <a:solidFill>
                  <a:schemeClr val="bg1"/>
                </a:solidFill>
              </a:rPr>
              <a:t>. </a:t>
            </a:r>
          </a:p>
          <a:p>
            <a:pPr algn="l"/>
            <a:r>
              <a:rPr lang="de-DE" dirty="0" err="1">
                <a:solidFill>
                  <a:schemeClr val="bg1"/>
                </a:solidFill>
              </a:rPr>
              <a:t>We</a:t>
            </a:r>
            <a:r>
              <a:rPr lang="de-DE" dirty="0">
                <a:solidFill>
                  <a:schemeClr val="bg1"/>
                </a:solidFill>
              </a:rPr>
              <a:t> </a:t>
            </a:r>
            <a:r>
              <a:rPr lang="de-DE" dirty="0" err="1">
                <a:solidFill>
                  <a:schemeClr val="bg1"/>
                </a:solidFill>
              </a:rPr>
              <a:t>are</a:t>
            </a:r>
            <a:r>
              <a:rPr lang="de-DE" dirty="0">
                <a:solidFill>
                  <a:schemeClr val="bg1"/>
                </a:solidFill>
              </a:rPr>
              <a:t> </a:t>
            </a:r>
            <a:r>
              <a:rPr lang="de-DE" dirty="0" err="1">
                <a:solidFill>
                  <a:schemeClr val="bg1"/>
                </a:solidFill>
              </a:rPr>
              <a:t>already</a:t>
            </a:r>
            <a:r>
              <a:rPr lang="de-DE" dirty="0">
                <a:solidFill>
                  <a:schemeClr val="bg1"/>
                </a:solidFill>
              </a:rPr>
              <a:t> </a:t>
            </a:r>
            <a:r>
              <a:rPr lang="de-DE" dirty="0" err="1">
                <a:solidFill>
                  <a:schemeClr val="bg1"/>
                </a:solidFill>
              </a:rPr>
              <a:t>part</a:t>
            </a:r>
            <a:r>
              <a:rPr lang="de-DE" dirty="0">
                <a:solidFill>
                  <a:schemeClr val="bg1"/>
                </a:solidFill>
              </a:rPr>
              <a:t> </a:t>
            </a:r>
            <a:r>
              <a:rPr lang="de-DE" dirty="0" err="1">
                <a:solidFill>
                  <a:schemeClr val="bg1"/>
                </a:solidFill>
              </a:rPr>
              <a:t>of</a:t>
            </a:r>
            <a:r>
              <a:rPr lang="de-DE" dirty="0">
                <a:solidFill>
                  <a:schemeClr val="bg1"/>
                </a:solidFill>
              </a:rPr>
              <a:t> human-</a:t>
            </a:r>
            <a:r>
              <a:rPr lang="de-DE" dirty="0" err="1">
                <a:solidFill>
                  <a:schemeClr val="bg1"/>
                </a:solidFill>
              </a:rPr>
              <a:t>machine</a:t>
            </a:r>
            <a:r>
              <a:rPr lang="de-DE" dirty="0">
                <a:solidFill>
                  <a:schemeClr val="bg1"/>
                </a:solidFill>
              </a:rPr>
              <a:t> </a:t>
            </a:r>
            <a:r>
              <a:rPr lang="de-DE" dirty="0" err="1">
                <a:solidFill>
                  <a:schemeClr val="bg1"/>
                </a:solidFill>
              </a:rPr>
              <a:t>systems</a:t>
            </a:r>
            <a:r>
              <a:rPr lang="de-DE" dirty="0">
                <a:solidFill>
                  <a:schemeClr val="bg1"/>
                </a:solidFill>
              </a:rPr>
              <a:t> and </a:t>
            </a:r>
            <a:r>
              <a:rPr lang="de-DE" dirty="0" err="1">
                <a:solidFill>
                  <a:schemeClr val="bg1"/>
                </a:solidFill>
              </a:rPr>
              <a:t>there</a:t>
            </a:r>
            <a:r>
              <a:rPr lang="de-DE" dirty="0">
                <a:solidFill>
                  <a:schemeClr val="bg1"/>
                </a:solidFill>
              </a:rPr>
              <a:t> </a:t>
            </a:r>
            <a:r>
              <a:rPr lang="de-DE" dirty="0" err="1">
                <a:solidFill>
                  <a:schemeClr val="bg1"/>
                </a:solidFill>
              </a:rPr>
              <a:t>is</a:t>
            </a:r>
            <a:r>
              <a:rPr lang="de-DE" dirty="0">
                <a:solidFill>
                  <a:schemeClr val="bg1"/>
                </a:solidFill>
              </a:rPr>
              <a:t> </a:t>
            </a:r>
            <a:r>
              <a:rPr lang="de-DE" dirty="0" err="1">
                <a:solidFill>
                  <a:schemeClr val="bg1"/>
                </a:solidFill>
              </a:rPr>
              <a:t>no</a:t>
            </a:r>
            <a:r>
              <a:rPr lang="de-DE" dirty="0">
                <a:solidFill>
                  <a:schemeClr val="bg1"/>
                </a:solidFill>
              </a:rPr>
              <a:t> „human </a:t>
            </a:r>
            <a:r>
              <a:rPr lang="de-DE" dirty="0" err="1">
                <a:solidFill>
                  <a:schemeClr val="bg1"/>
                </a:solidFill>
              </a:rPr>
              <a:t>perspective</a:t>
            </a:r>
            <a:r>
              <a:rPr lang="de-DE" dirty="0">
                <a:solidFill>
                  <a:schemeClr val="bg1"/>
                </a:solidFill>
              </a:rPr>
              <a:t>“ outside </a:t>
            </a:r>
            <a:r>
              <a:rPr lang="de-DE" dirty="0" err="1">
                <a:solidFill>
                  <a:schemeClr val="bg1"/>
                </a:solidFill>
              </a:rPr>
              <a:t>of</a:t>
            </a:r>
            <a:r>
              <a:rPr lang="de-DE" dirty="0">
                <a:solidFill>
                  <a:schemeClr val="bg1"/>
                </a:solidFill>
              </a:rPr>
              <a:t> </a:t>
            </a:r>
            <a:r>
              <a:rPr lang="de-DE" dirty="0" err="1">
                <a:solidFill>
                  <a:schemeClr val="bg1"/>
                </a:solidFill>
              </a:rPr>
              <a:t>this</a:t>
            </a:r>
            <a:r>
              <a:rPr lang="de-DE" dirty="0">
                <a:solidFill>
                  <a:schemeClr val="bg1"/>
                </a:solidFill>
              </a:rPr>
              <a:t>.</a:t>
            </a:r>
          </a:p>
        </p:txBody>
      </p:sp>
    </p:spTree>
    <p:extLst>
      <p:ext uri="{BB962C8B-B14F-4D97-AF65-F5344CB8AC3E}">
        <p14:creationId xmlns:p14="http://schemas.microsoft.com/office/powerpoint/2010/main" val="53473703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B9FEA34-25ED-0205-255A-6C6BD755BF23}"/>
            </a:ext>
          </a:extLst>
        </p:cNvPr>
        <p:cNvGrpSpPr/>
        <p:nvPr/>
      </p:nvGrpSpPr>
      <p:grpSpPr>
        <a:xfrm>
          <a:off x="0" y="0"/>
          <a:ext cx="0" cy="0"/>
          <a:chOff x="0" y="0"/>
          <a:chExt cx="0" cy="0"/>
        </a:xfrm>
      </p:grpSpPr>
      <p:sp>
        <p:nvSpPr>
          <p:cNvPr id="15362" name="Foliennummernplatzhalter 3">
            <a:extLst>
              <a:ext uri="{FF2B5EF4-FFF2-40B4-BE49-F238E27FC236}">
                <a16:creationId xmlns:a16="http://schemas.microsoft.com/office/drawing/2014/main" id="{22D5CA95-A4E1-F60A-AA35-A8F7CDF4D942}"/>
              </a:ext>
            </a:extLst>
          </p:cNvPr>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24</a:t>
            </a:fld>
            <a:endParaRPr lang="en-US" sz="1500">
              <a:latin typeface="HelveticaNeueLT Com 55 Roman" charset="0"/>
            </a:endParaRPr>
          </a:p>
        </p:txBody>
      </p:sp>
      <p:sp>
        <p:nvSpPr>
          <p:cNvPr id="15365" name="Rectangle 3">
            <a:extLst>
              <a:ext uri="{FF2B5EF4-FFF2-40B4-BE49-F238E27FC236}">
                <a16:creationId xmlns:a16="http://schemas.microsoft.com/office/drawing/2014/main" id="{D53ADAFF-5336-BDAF-58AB-BF68622D45EA}"/>
              </a:ext>
            </a:extLst>
          </p:cNvPr>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a:extLst>
              <a:ext uri="{FF2B5EF4-FFF2-40B4-BE49-F238E27FC236}">
                <a16:creationId xmlns:a16="http://schemas.microsoft.com/office/drawing/2014/main" id="{66B0E8DA-907E-1CD1-0737-B4978164CE3C}"/>
              </a:ext>
            </a:extLst>
          </p:cNvPr>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pic>
        <p:nvPicPr>
          <p:cNvPr id="4" name="Grafik 3" descr="Ein Bild, das Entwurf, Zeichnung, Menschliches Gesicht, Bild enthält.&#10;&#10;KI-generierte Inhalte können fehlerhaft sein.">
            <a:extLst>
              <a:ext uri="{FF2B5EF4-FFF2-40B4-BE49-F238E27FC236}">
                <a16:creationId xmlns:a16="http://schemas.microsoft.com/office/drawing/2014/main" id="{9CBAD125-215F-B626-D152-2D30A5B4294A}"/>
              </a:ext>
            </a:extLst>
          </p:cNvPr>
          <p:cNvPicPr>
            <a:picLocks noChangeAspect="1"/>
          </p:cNvPicPr>
          <p:nvPr/>
        </p:nvPicPr>
        <p:blipFill>
          <a:blip r:embed="rId3"/>
          <a:stretch>
            <a:fillRect/>
          </a:stretch>
        </p:blipFill>
        <p:spPr>
          <a:xfrm>
            <a:off x="1199487" y="623448"/>
            <a:ext cx="4005375" cy="5730515"/>
          </a:xfrm>
          <a:prstGeom prst="rect">
            <a:avLst/>
          </a:prstGeom>
        </p:spPr>
      </p:pic>
      <p:pic>
        <p:nvPicPr>
          <p:cNvPr id="6" name="Grafik 5" descr="Ein Bild, das Entwurf, Zeichnung, Menschliches Gesicht, Bild enthält.&#10;&#10;KI-generierte Inhalte können fehlerhaft sein.">
            <a:extLst>
              <a:ext uri="{FF2B5EF4-FFF2-40B4-BE49-F238E27FC236}">
                <a16:creationId xmlns:a16="http://schemas.microsoft.com/office/drawing/2014/main" id="{83103574-7D5B-2EF9-51E9-FCE90032916B}"/>
              </a:ext>
            </a:extLst>
          </p:cNvPr>
          <p:cNvPicPr>
            <a:picLocks noChangeAspect="1"/>
          </p:cNvPicPr>
          <p:nvPr/>
        </p:nvPicPr>
        <p:blipFill>
          <a:blip r:embed="rId4"/>
          <a:stretch>
            <a:fillRect/>
          </a:stretch>
        </p:blipFill>
        <p:spPr>
          <a:xfrm>
            <a:off x="5668053" y="684000"/>
            <a:ext cx="3956960" cy="5661248"/>
          </a:xfrm>
          <a:prstGeom prst="rect">
            <a:avLst/>
          </a:prstGeom>
        </p:spPr>
      </p:pic>
      <p:sp>
        <p:nvSpPr>
          <p:cNvPr id="7" name="Textfeld 6">
            <a:extLst>
              <a:ext uri="{FF2B5EF4-FFF2-40B4-BE49-F238E27FC236}">
                <a16:creationId xmlns:a16="http://schemas.microsoft.com/office/drawing/2014/main" id="{C8ACC30C-B362-9036-CE61-B7A79F9E9703}"/>
              </a:ext>
            </a:extLst>
          </p:cNvPr>
          <p:cNvSpPr txBox="1"/>
          <p:nvPr/>
        </p:nvSpPr>
        <p:spPr>
          <a:xfrm>
            <a:off x="344322" y="6288613"/>
            <a:ext cx="9721080" cy="569387"/>
          </a:xfrm>
          <a:prstGeom prst="rect">
            <a:avLst/>
          </a:prstGeom>
          <a:noFill/>
        </p:spPr>
        <p:txBody>
          <a:bodyPr wrap="square" rtlCol="0">
            <a:spAutoFit/>
          </a:bodyPr>
          <a:lstStyle/>
          <a:p>
            <a:r>
              <a:rPr lang="de-DE" dirty="0">
                <a:solidFill>
                  <a:schemeClr val="bg1">
                    <a:lumMod val="95000"/>
                  </a:schemeClr>
                </a:solidFill>
              </a:rPr>
              <a:t>Human-</a:t>
            </a:r>
            <a:r>
              <a:rPr lang="de-DE" dirty="0" err="1">
                <a:solidFill>
                  <a:schemeClr val="bg1">
                    <a:lumMod val="95000"/>
                  </a:schemeClr>
                </a:solidFill>
              </a:rPr>
              <a:t>Machine</a:t>
            </a:r>
            <a:r>
              <a:rPr lang="de-DE" dirty="0">
                <a:solidFill>
                  <a:schemeClr val="bg1">
                    <a:lumMod val="95000"/>
                  </a:schemeClr>
                </a:solidFill>
              </a:rPr>
              <a:t> </a:t>
            </a:r>
            <a:r>
              <a:rPr lang="de-DE" dirty="0" err="1">
                <a:solidFill>
                  <a:schemeClr val="bg1">
                    <a:lumMod val="95000"/>
                  </a:schemeClr>
                </a:solidFill>
              </a:rPr>
              <a:t>looking</a:t>
            </a:r>
            <a:r>
              <a:rPr lang="de-DE" dirty="0">
                <a:solidFill>
                  <a:schemeClr val="bg1">
                    <a:lumMod val="95000"/>
                  </a:schemeClr>
                </a:solidFill>
              </a:rPr>
              <a:t> at </a:t>
            </a:r>
            <a:r>
              <a:rPr lang="de-DE" dirty="0" err="1">
                <a:solidFill>
                  <a:schemeClr val="bg1">
                    <a:lumMod val="95000"/>
                  </a:schemeClr>
                </a:solidFill>
              </a:rPr>
              <a:t>Machine</a:t>
            </a:r>
            <a:r>
              <a:rPr lang="de-DE" dirty="0">
                <a:solidFill>
                  <a:schemeClr val="bg1">
                    <a:lumMod val="95000"/>
                  </a:schemeClr>
                </a:solidFill>
              </a:rPr>
              <a:t>-Human</a:t>
            </a:r>
          </a:p>
        </p:txBody>
      </p:sp>
    </p:spTree>
    <p:extLst>
      <p:ext uri="{BB962C8B-B14F-4D97-AF65-F5344CB8AC3E}">
        <p14:creationId xmlns:p14="http://schemas.microsoft.com/office/powerpoint/2010/main" val="23761346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25</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Textfeld 2">
            <a:extLst>
              <a:ext uri="{FF2B5EF4-FFF2-40B4-BE49-F238E27FC236}">
                <a16:creationId xmlns:a16="http://schemas.microsoft.com/office/drawing/2014/main" id="{6FD6DCDD-C71F-9649-BD36-468D2ABEE0CA}"/>
              </a:ext>
            </a:extLst>
          </p:cNvPr>
          <p:cNvSpPr txBox="1"/>
          <p:nvPr/>
        </p:nvSpPr>
        <p:spPr>
          <a:xfrm>
            <a:off x="1280592" y="2348880"/>
            <a:ext cx="7344816" cy="1046440"/>
          </a:xfrm>
          <a:prstGeom prst="rect">
            <a:avLst/>
          </a:prstGeom>
          <a:noFill/>
        </p:spPr>
        <p:txBody>
          <a:bodyPr wrap="square" rtlCol="0">
            <a:spAutoFit/>
          </a:bodyPr>
          <a:lstStyle/>
          <a:p>
            <a:r>
              <a:rPr lang="de-DE" dirty="0">
                <a:solidFill>
                  <a:schemeClr val="bg1"/>
                </a:solidFill>
              </a:rPr>
              <a:t>„The human“ </a:t>
            </a:r>
            <a:r>
              <a:rPr lang="de-DE" dirty="0" err="1">
                <a:solidFill>
                  <a:schemeClr val="bg1"/>
                </a:solidFill>
              </a:rPr>
              <a:t>is</a:t>
            </a:r>
            <a:r>
              <a:rPr lang="de-DE" dirty="0">
                <a:solidFill>
                  <a:schemeClr val="bg1"/>
                </a:solidFill>
              </a:rPr>
              <a:t> just a (</a:t>
            </a:r>
            <a:r>
              <a:rPr lang="de-DE" dirty="0" err="1">
                <a:solidFill>
                  <a:schemeClr val="bg1"/>
                </a:solidFill>
              </a:rPr>
              <a:t>romantic</a:t>
            </a:r>
            <a:r>
              <a:rPr lang="de-DE" dirty="0">
                <a:solidFill>
                  <a:schemeClr val="bg1"/>
                </a:solidFill>
              </a:rPr>
              <a:t>?) </a:t>
            </a:r>
            <a:r>
              <a:rPr lang="de-DE" dirty="0" err="1">
                <a:solidFill>
                  <a:schemeClr val="bg1"/>
                </a:solidFill>
              </a:rPr>
              <a:t>story</a:t>
            </a:r>
            <a:r>
              <a:rPr lang="de-DE" dirty="0">
                <a:solidFill>
                  <a:schemeClr val="bg1"/>
                </a:solidFill>
              </a:rPr>
              <a:t> </a:t>
            </a:r>
          </a:p>
          <a:p>
            <a:r>
              <a:rPr lang="de-DE" dirty="0" err="1">
                <a:solidFill>
                  <a:schemeClr val="bg1"/>
                </a:solidFill>
              </a:rPr>
              <a:t>we</a:t>
            </a:r>
            <a:r>
              <a:rPr lang="de-DE" dirty="0">
                <a:solidFill>
                  <a:schemeClr val="bg1"/>
                </a:solidFill>
              </a:rPr>
              <a:t> </a:t>
            </a:r>
            <a:r>
              <a:rPr lang="de-DE" dirty="0" err="1">
                <a:solidFill>
                  <a:schemeClr val="bg1"/>
                </a:solidFill>
              </a:rPr>
              <a:t>are</a:t>
            </a:r>
            <a:r>
              <a:rPr lang="de-DE" dirty="0">
                <a:solidFill>
                  <a:schemeClr val="bg1"/>
                </a:solidFill>
              </a:rPr>
              <a:t> </a:t>
            </a:r>
            <a:r>
              <a:rPr lang="de-DE" dirty="0" err="1">
                <a:solidFill>
                  <a:schemeClr val="bg1"/>
                </a:solidFill>
              </a:rPr>
              <a:t>telling</a:t>
            </a:r>
            <a:r>
              <a:rPr lang="de-DE" dirty="0">
                <a:solidFill>
                  <a:schemeClr val="bg1"/>
                </a:solidFill>
              </a:rPr>
              <a:t> </a:t>
            </a:r>
            <a:r>
              <a:rPr lang="de-DE" dirty="0" err="1">
                <a:solidFill>
                  <a:schemeClr val="bg1"/>
                </a:solidFill>
              </a:rPr>
              <a:t>ourselves</a:t>
            </a:r>
            <a:r>
              <a:rPr lang="de-DE" dirty="0">
                <a:solidFill>
                  <a:schemeClr val="bg1"/>
                </a:solidFill>
              </a:rPr>
              <a:t>. </a:t>
            </a:r>
          </a:p>
        </p:txBody>
      </p:sp>
    </p:spTree>
    <p:extLst>
      <p:ext uri="{BB962C8B-B14F-4D97-AF65-F5344CB8AC3E}">
        <p14:creationId xmlns:p14="http://schemas.microsoft.com/office/powerpoint/2010/main" val="371090934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7DB13A8-0211-E1D7-D4D8-DFC52277ECB1}"/>
            </a:ext>
          </a:extLst>
        </p:cNvPr>
        <p:cNvGrpSpPr/>
        <p:nvPr/>
      </p:nvGrpSpPr>
      <p:grpSpPr>
        <a:xfrm>
          <a:off x="0" y="0"/>
          <a:ext cx="0" cy="0"/>
          <a:chOff x="0" y="0"/>
          <a:chExt cx="0" cy="0"/>
        </a:xfrm>
      </p:grpSpPr>
      <p:sp>
        <p:nvSpPr>
          <p:cNvPr id="15362" name="Foliennummernplatzhalter 3">
            <a:extLst>
              <a:ext uri="{FF2B5EF4-FFF2-40B4-BE49-F238E27FC236}">
                <a16:creationId xmlns:a16="http://schemas.microsoft.com/office/drawing/2014/main" id="{D4F315EB-75B2-8875-EAE6-160272CF608D}"/>
              </a:ext>
            </a:extLst>
          </p:cNvPr>
          <p:cNvSpPr>
            <a:spLocks noGrp="1"/>
          </p:cNvSpPr>
          <p:nvPr>
            <p:ph type="sldNum" sz="quarter" idx="10"/>
          </p:nvPr>
        </p:nvSpPr>
        <p:spPr>
          <a:xfrm>
            <a:off x="9364663" y="268288"/>
            <a:ext cx="260350" cy="258762"/>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26</a:t>
            </a:fld>
            <a:endParaRPr lang="en-US" sz="1500">
              <a:latin typeface="HelveticaNeueLT Com 55 Roman" charset="0"/>
            </a:endParaRPr>
          </a:p>
        </p:txBody>
      </p:sp>
      <p:sp>
        <p:nvSpPr>
          <p:cNvPr id="15365" name="Rectangle 3">
            <a:extLst>
              <a:ext uri="{FF2B5EF4-FFF2-40B4-BE49-F238E27FC236}">
                <a16:creationId xmlns:a16="http://schemas.microsoft.com/office/drawing/2014/main" id="{519CDA9B-9E6B-D31D-9916-562A9ED350D9}"/>
              </a:ext>
            </a:extLst>
          </p:cNvPr>
          <p:cNvSpPr>
            <a:spLocks/>
          </p:cNvSpPr>
          <p:nvPr/>
        </p:nvSpPr>
        <p:spPr bwMode="auto">
          <a:xfrm>
            <a:off x="416496" y="268288"/>
            <a:ext cx="1404000" cy="75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a:extLst>
              <a:ext uri="{FF2B5EF4-FFF2-40B4-BE49-F238E27FC236}">
                <a16:creationId xmlns:a16="http://schemas.microsoft.com/office/drawing/2014/main" id="{C5B18923-2FB1-0821-9694-D208923BF768}"/>
              </a:ext>
            </a:extLst>
          </p:cNvPr>
          <p:cNvSpPr>
            <a:spLocks/>
          </p:cNvSpPr>
          <p:nvPr/>
        </p:nvSpPr>
        <p:spPr bwMode="auto">
          <a:xfrm>
            <a:off x="3584848" y="0"/>
            <a:ext cx="5580000" cy="684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graphicFrame>
        <p:nvGraphicFramePr>
          <p:cNvPr id="2" name="Tabelle 1">
            <a:extLst>
              <a:ext uri="{FF2B5EF4-FFF2-40B4-BE49-F238E27FC236}">
                <a16:creationId xmlns:a16="http://schemas.microsoft.com/office/drawing/2014/main" id="{AFC4CC8E-3381-0278-30C0-A60A06D1024F}"/>
              </a:ext>
            </a:extLst>
          </p:cNvPr>
          <p:cNvGraphicFramePr>
            <a:graphicFrameLocks noGrp="1"/>
          </p:cNvGraphicFramePr>
          <p:nvPr>
            <p:extLst>
              <p:ext uri="{D42A27DB-BD31-4B8C-83A1-F6EECF244321}">
                <p14:modId xmlns:p14="http://schemas.microsoft.com/office/powerpoint/2010/main" val="1109630538"/>
              </p:ext>
            </p:extLst>
          </p:nvPr>
        </p:nvGraphicFramePr>
        <p:xfrm>
          <a:off x="992560" y="1772816"/>
          <a:ext cx="8172287" cy="4464492"/>
        </p:xfrm>
        <a:graphic>
          <a:graphicData uri="http://schemas.openxmlformats.org/drawingml/2006/table">
            <a:tbl>
              <a:tblPr>
                <a:tableStyleId>{5C22544A-7EE6-4342-B048-85BDC9FD1C3A}</a:tableStyleId>
              </a:tblPr>
              <a:tblGrid>
                <a:gridCol w="4016772">
                  <a:extLst>
                    <a:ext uri="{9D8B030D-6E8A-4147-A177-3AD203B41FA5}">
                      <a16:colId xmlns:a16="http://schemas.microsoft.com/office/drawing/2014/main" val="2180511834"/>
                    </a:ext>
                  </a:extLst>
                </a:gridCol>
                <a:gridCol w="4155515">
                  <a:extLst>
                    <a:ext uri="{9D8B030D-6E8A-4147-A177-3AD203B41FA5}">
                      <a16:colId xmlns:a16="http://schemas.microsoft.com/office/drawing/2014/main" val="1627577162"/>
                    </a:ext>
                  </a:extLst>
                </a:gridCol>
              </a:tblGrid>
              <a:tr h="438697">
                <a:tc>
                  <a:txBody>
                    <a:bodyPr/>
                    <a:lstStyle/>
                    <a:p>
                      <a:pPr>
                        <a:lnSpc>
                          <a:spcPct val="200000"/>
                        </a:lnSpc>
                        <a:buNone/>
                      </a:pPr>
                      <a:r>
                        <a:rPr lang="en-GB" sz="1200" b="1" dirty="0">
                          <a:effectLst/>
                        </a:rPr>
                        <a:t>Humanistic approach</a:t>
                      </a:r>
                      <a:endParaRPr lang="de-CH"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GB" sz="1200" b="1" dirty="0" err="1">
                          <a:effectLst/>
                        </a:rPr>
                        <a:t>Cyborgian</a:t>
                      </a:r>
                      <a:r>
                        <a:rPr lang="en-GB" sz="1200" b="1" dirty="0">
                          <a:effectLst/>
                        </a:rPr>
                        <a:t> approach</a:t>
                      </a:r>
                      <a:endParaRPr lang="de-CH"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14926368"/>
                  </a:ext>
                </a:extLst>
              </a:tr>
              <a:tr h="438697">
                <a:tc>
                  <a:txBody>
                    <a:bodyPr/>
                    <a:lstStyle/>
                    <a:p>
                      <a:pPr>
                        <a:lnSpc>
                          <a:spcPct val="200000"/>
                        </a:lnSpc>
                        <a:buNone/>
                      </a:pPr>
                      <a:r>
                        <a:rPr lang="en-GB" sz="1200">
                          <a:effectLst/>
                        </a:rPr>
                        <a:t>Humans look at machines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US" sz="1200">
                          <a:effectLst/>
                        </a:rPr>
                        <a:t>Human-machines look at machines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9078086"/>
                  </a:ext>
                </a:extLst>
              </a:tr>
              <a:tr h="438697">
                <a:tc>
                  <a:txBody>
                    <a:bodyPr/>
                    <a:lstStyle/>
                    <a:p>
                      <a:pPr>
                        <a:lnSpc>
                          <a:spcPct val="200000"/>
                        </a:lnSpc>
                        <a:buNone/>
                      </a:pPr>
                      <a:r>
                        <a:rPr lang="en-US" sz="1200">
                          <a:effectLst/>
                        </a:rPr>
                        <a:t>Make sense</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US" sz="1200">
                          <a:effectLst/>
                        </a:rPr>
                        <a:t>Produce nonsense</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91930571"/>
                  </a:ext>
                </a:extLst>
              </a:tr>
              <a:tr h="438697">
                <a:tc>
                  <a:txBody>
                    <a:bodyPr/>
                    <a:lstStyle/>
                    <a:p>
                      <a:pPr>
                        <a:lnSpc>
                          <a:spcPct val="200000"/>
                        </a:lnSpc>
                        <a:buNone/>
                      </a:pPr>
                      <a:r>
                        <a:rPr lang="en-GB" sz="1200">
                          <a:effectLst/>
                        </a:rPr>
                        <a:t>Hide technology</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GB" sz="1200">
                          <a:effectLst/>
                        </a:rPr>
                        <a:t>Show technology</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6253921"/>
                  </a:ext>
                </a:extLst>
              </a:tr>
              <a:tr h="438697">
                <a:tc>
                  <a:txBody>
                    <a:bodyPr/>
                    <a:lstStyle/>
                    <a:p>
                      <a:pPr>
                        <a:lnSpc>
                          <a:spcPct val="200000"/>
                        </a:lnSpc>
                        <a:buNone/>
                      </a:pPr>
                      <a:r>
                        <a:rPr lang="en-GB" sz="1200">
                          <a:effectLst/>
                        </a:rPr>
                        <a:t>Celebrate humanity</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GB" sz="1200">
                          <a:effectLst/>
                        </a:rPr>
                        <a:t>Celebrate mechanical operations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9615476"/>
                  </a:ext>
                </a:extLst>
              </a:tr>
              <a:tr h="438697">
                <a:tc>
                  <a:txBody>
                    <a:bodyPr/>
                    <a:lstStyle/>
                    <a:p>
                      <a:pPr>
                        <a:lnSpc>
                          <a:spcPct val="200000"/>
                        </a:lnSpc>
                        <a:buNone/>
                      </a:pPr>
                      <a:r>
                        <a:rPr lang="en-GB" sz="1200">
                          <a:effectLst/>
                        </a:rPr>
                        <a:t>Imitate human behaviour</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GB" sz="1200">
                          <a:effectLst/>
                        </a:rPr>
                        <a:t>Display machine behaviour</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7749398"/>
                  </a:ext>
                </a:extLst>
              </a:tr>
              <a:tr h="438697">
                <a:tc>
                  <a:txBody>
                    <a:bodyPr/>
                    <a:lstStyle/>
                    <a:p>
                      <a:pPr>
                        <a:lnSpc>
                          <a:spcPct val="200000"/>
                        </a:lnSpc>
                        <a:buNone/>
                      </a:pPr>
                      <a:r>
                        <a:rPr lang="en-US" sz="1200">
                          <a:effectLst/>
                        </a:rPr>
                        <a:t>Artists as humans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US" sz="1200">
                          <a:effectLst/>
                        </a:rPr>
                        <a:t>Artists as cyborgs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0793295"/>
                  </a:ext>
                </a:extLst>
              </a:tr>
              <a:tr h="438697">
                <a:tc>
                  <a:txBody>
                    <a:bodyPr/>
                    <a:lstStyle/>
                    <a:p>
                      <a:pPr>
                        <a:lnSpc>
                          <a:spcPct val="200000"/>
                        </a:lnSpc>
                        <a:buNone/>
                      </a:pPr>
                      <a:r>
                        <a:rPr lang="en-US" sz="1200">
                          <a:effectLst/>
                        </a:rPr>
                        <a:t>Designed to appeal to humans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US" sz="1200">
                          <a:effectLst/>
                        </a:rPr>
                        <a:t>Designed to appeal to the cyborg in us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41836728"/>
                  </a:ext>
                </a:extLst>
              </a:tr>
              <a:tr h="954916">
                <a:tc>
                  <a:txBody>
                    <a:bodyPr/>
                    <a:lstStyle/>
                    <a:p>
                      <a:pPr>
                        <a:lnSpc>
                          <a:spcPct val="200000"/>
                        </a:lnSpc>
                        <a:buNone/>
                      </a:pPr>
                      <a:r>
                        <a:rPr lang="en-US" sz="1200">
                          <a:effectLst/>
                        </a:rPr>
                        <a:t>Recourse to data that can be understood by humans</a:t>
                      </a:r>
                      <a:endParaRPr lang="de-CH"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200000"/>
                        </a:lnSpc>
                        <a:buNone/>
                      </a:pPr>
                      <a:r>
                        <a:rPr lang="en-US" sz="1200" dirty="0">
                          <a:effectLst/>
                        </a:rPr>
                        <a:t>Recourse to all possible types of data</a:t>
                      </a:r>
                      <a:endParaRPr lang="de-CH"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93946153"/>
                  </a:ext>
                </a:extLst>
              </a:tr>
            </a:tbl>
          </a:graphicData>
        </a:graphic>
      </p:graphicFrame>
    </p:spTree>
    <p:extLst>
      <p:ext uri="{BB962C8B-B14F-4D97-AF65-F5344CB8AC3E}">
        <p14:creationId xmlns:p14="http://schemas.microsoft.com/office/powerpoint/2010/main" val="284172230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362" name="Foliennummernplatzhalter 3"/>
          <p:cNvSpPr>
            <a:spLocks noGrp="1"/>
          </p:cNvSpPr>
          <p:nvPr>
            <p:ph type="sldNum" sz="quarter" idx="10"/>
          </p:nvPr>
        </p:nvSpPr>
        <p:spPr>
          <a:xfrm>
            <a:off x="9364663" y="268288"/>
            <a:ext cx="260350" cy="258762"/>
          </a:xfrm>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lvl1pPr eaLnBrk="0" hangingPunct="0">
              <a:defRPr sz="3100">
                <a:solidFill>
                  <a:srgbClr val="000000"/>
                </a:solidFill>
                <a:latin typeface="Gill Sans" charset="0"/>
                <a:ea typeface="ヒラギノ角ゴ ProN W3" charset="0"/>
                <a:cs typeface="ヒラギノ角ゴ ProN W3" charset="0"/>
                <a:sym typeface="Gill Sans" charset="0"/>
              </a:defRPr>
            </a:lvl1pPr>
            <a:lvl2pPr marL="742950" indent="-285750" eaLnBrk="0" hangingPunct="0">
              <a:defRPr sz="3100">
                <a:solidFill>
                  <a:srgbClr val="000000"/>
                </a:solidFill>
                <a:latin typeface="Gill Sans" charset="0"/>
                <a:ea typeface="ヒラギノ角ゴ ProN W3" charset="0"/>
                <a:cs typeface="ヒラギノ角ゴ ProN W3" charset="0"/>
                <a:sym typeface="Gill Sans" charset="0"/>
              </a:defRPr>
            </a:lvl2pPr>
            <a:lvl3pPr marL="1143000" indent="-228600" eaLnBrk="0" hangingPunct="0">
              <a:defRPr sz="3100">
                <a:solidFill>
                  <a:srgbClr val="000000"/>
                </a:solidFill>
                <a:latin typeface="Gill Sans" charset="0"/>
                <a:ea typeface="ヒラギノ角ゴ ProN W3" charset="0"/>
                <a:cs typeface="ヒラギノ角ゴ ProN W3" charset="0"/>
                <a:sym typeface="Gill Sans" charset="0"/>
              </a:defRPr>
            </a:lvl3pPr>
            <a:lvl4pPr marL="1600200" indent="-228600" eaLnBrk="0" hangingPunct="0">
              <a:defRPr sz="3100">
                <a:solidFill>
                  <a:srgbClr val="000000"/>
                </a:solidFill>
                <a:latin typeface="Gill Sans" charset="0"/>
                <a:ea typeface="ヒラギノ角ゴ ProN W3" charset="0"/>
                <a:cs typeface="ヒラギノ角ゴ ProN W3" charset="0"/>
                <a:sym typeface="Gill Sans" charset="0"/>
              </a:defRPr>
            </a:lvl4pPr>
            <a:lvl5pPr marL="2057400" indent="-228600" eaLnBrk="0" hangingPunct="0">
              <a:defRPr sz="3100">
                <a:solidFill>
                  <a:srgbClr val="000000"/>
                </a:solidFill>
                <a:latin typeface="Gill Sans" charset="0"/>
                <a:ea typeface="ヒラギノ角ゴ ProN W3" charset="0"/>
                <a:cs typeface="ヒラギノ角ゴ ProN W3" charset="0"/>
                <a:sym typeface="Gill Sans" charset="0"/>
              </a:defRPr>
            </a:lvl5pPr>
            <a:lvl6pPr marL="25146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6pPr>
            <a:lvl7pPr marL="29718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7pPr>
            <a:lvl8pPr marL="34290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8pPr>
            <a:lvl9pPr marL="3886200" indent="-228600" algn="ctr" eaLnBrk="0" fontAlgn="base" hangingPunct="0">
              <a:spcBef>
                <a:spcPct val="0"/>
              </a:spcBef>
              <a:spcAft>
                <a:spcPct val="0"/>
              </a:spcAft>
              <a:defRPr sz="3100">
                <a:solidFill>
                  <a:srgbClr val="000000"/>
                </a:solidFill>
                <a:latin typeface="Gill Sans" charset="0"/>
                <a:ea typeface="ヒラギノ角ゴ ProN W3" charset="0"/>
                <a:cs typeface="ヒラギノ角ゴ ProN W3" charset="0"/>
                <a:sym typeface="Gill Sans" charset="0"/>
              </a:defRPr>
            </a:lvl9pPr>
          </a:lstStyle>
          <a:p>
            <a:pPr eaLnBrk="1" hangingPunct="1"/>
            <a:fld id="{42A26C5C-3A57-FE4A-81A0-A7EB5AC53A82}" type="slidenum">
              <a:rPr lang="en-US" sz="1500">
                <a:latin typeface="HelveticaNeueLT Com 55 Roman" charset="0"/>
              </a:rPr>
              <a:pPr eaLnBrk="1" hangingPunct="1"/>
              <a:t>27</a:t>
            </a:fld>
            <a:endParaRPr lang="en-US" sz="1500">
              <a:latin typeface="HelveticaNeueLT Com 55 Roman" charset="0"/>
            </a:endParaRPr>
          </a:p>
        </p:txBody>
      </p:sp>
      <p:sp>
        <p:nvSpPr>
          <p:cNvPr id="15365" name="Rectangle 3"/>
          <p:cNvSpPr>
            <a:spLocks/>
          </p:cNvSpPr>
          <p:nvPr/>
        </p:nvSpPr>
        <p:spPr bwMode="auto">
          <a:xfrm>
            <a:off x="416496" y="268288"/>
            <a:ext cx="1404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0" tIns="0" rIns="0" bIns="0"/>
          <a:lstStyle/>
          <a:p>
            <a:pPr algn="l"/>
            <a:r>
              <a:rPr lang="en-US" sz="1400" b="1" dirty="0">
                <a:solidFill>
                  <a:schemeClr val="bg2">
                    <a:lumMod val="20000"/>
                    <a:lumOff val="80000"/>
                  </a:schemeClr>
                </a:solidFill>
                <a:latin typeface="HelveticaNeueLT Com 55 Roman" charset="0"/>
                <a:sym typeface="HelveticaNeueLT Com 55 Roman" charset="0"/>
              </a:rPr>
              <a:t>Z</a:t>
            </a:r>
            <a:r>
              <a:rPr lang="en-US" sz="1400" dirty="0">
                <a:solidFill>
                  <a:schemeClr val="bg2">
                    <a:lumMod val="20000"/>
                    <a:lumOff val="80000"/>
                  </a:schemeClr>
                </a:solidFill>
                <a:latin typeface="HelveticaNeueLT Com 55 Roman" charset="0"/>
                <a:sym typeface="HelveticaNeueLT Com 55 Roman" charset="0"/>
              </a:rPr>
              <a:t>    </a:t>
            </a:r>
            <a:r>
              <a:rPr lang="en-US" sz="1400" dirty="0" err="1">
                <a:solidFill>
                  <a:schemeClr val="bg2">
                    <a:lumMod val="20000"/>
                    <a:lumOff val="80000"/>
                  </a:schemeClr>
                </a:solidFill>
                <a:latin typeface="HelveticaNeueLT Com 55 Roman" charset="0"/>
                <a:sym typeface="HelveticaNeueLT Com 55 Roman" charset="0"/>
              </a:rPr>
              <a:t>hdk</a:t>
            </a:r>
            <a:endParaRPr lang="en-US" sz="1400" dirty="0">
              <a:solidFill>
                <a:schemeClr val="bg2">
                  <a:lumMod val="20000"/>
                  <a:lumOff val="80000"/>
                </a:schemeClr>
              </a:solidFill>
              <a:latin typeface="HelveticaNeueLT Com 55 Roman" charset="0"/>
              <a:sym typeface="HelveticaNeueLT Com 55 Roman" charset="0"/>
            </a:endParaRP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800" dirty="0">
                <a:solidFill>
                  <a:schemeClr val="bg2">
                    <a:lumMod val="20000"/>
                    <a:lumOff val="80000"/>
                  </a:schemeClr>
                </a:solidFill>
                <a:latin typeface="HelveticaNeueLT Com 55 Roman" charset="0"/>
                <a:sym typeface="HelveticaNeueLT Com 55 Roman" charset="0"/>
              </a:rPr>
              <a:t>—</a:t>
            </a:r>
          </a:p>
          <a:p>
            <a:pPr algn="l"/>
            <a:r>
              <a:rPr lang="en-US" sz="700" dirty="0" err="1">
                <a:solidFill>
                  <a:schemeClr val="bg2">
                    <a:lumMod val="20000"/>
                    <a:lumOff val="80000"/>
                  </a:schemeClr>
                </a:solidFill>
                <a:latin typeface="HelveticaNeueLT Com 55 Roman" charset="0"/>
                <a:sym typeface="HelveticaNeueLT Com 55 Roman" charset="0"/>
              </a:rPr>
              <a:t>Zürcher</a:t>
            </a:r>
            <a:r>
              <a:rPr lang="en-US" sz="700" dirty="0">
                <a:solidFill>
                  <a:schemeClr val="bg2">
                    <a:lumMod val="20000"/>
                    <a:lumOff val="80000"/>
                  </a:schemeClr>
                </a:solidFill>
                <a:latin typeface="HelveticaNeueLT Com 55 Roman" charset="0"/>
                <a:sym typeface="HelveticaNeueLT Com 55 Roman" charset="0"/>
              </a:rPr>
              <a:t> </a:t>
            </a:r>
            <a:r>
              <a:rPr lang="en-US" sz="700" dirty="0" err="1">
                <a:solidFill>
                  <a:schemeClr val="bg2">
                    <a:lumMod val="20000"/>
                    <a:lumOff val="80000"/>
                  </a:schemeClr>
                </a:solidFill>
                <a:latin typeface="HelveticaNeueLT Com 55 Roman" charset="0"/>
                <a:sym typeface="HelveticaNeueLT Com 55 Roman" charset="0"/>
              </a:rPr>
              <a:t>Hochschule</a:t>
            </a:r>
            <a:r>
              <a:rPr lang="en-US" sz="700" dirty="0">
                <a:solidFill>
                  <a:schemeClr val="bg2">
                    <a:lumMod val="20000"/>
                    <a:lumOff val="80000"/>
                  </a:schemeClr>
                </a:solidFill>
                <a:latin typeface="HelveticaNeueLT Com 55 Roman" charset="0"/>
                <a:sym typeface="HelveticaNeueLT Com 55 Roman" charset="0"/>
              </a:rPr>
              <a:t> der </a:t>
            </a:r>
            <a:r>
              <a:rPr lang="en-US" sz="700" dirty="0" err="1">
                <a:solidFill>
                  <a:schemeClr val="bg2">
                    <a:lumMod val="20000"/>
                    <a:lumOff val="80000"/>
                  </a:schemeClr>
                </a:solidFill>
                <a:latin typeface="HelveticaNeueLT Com 55 Roman" charset="0"/>
                <a:sym typeface="HelveticaNeueLT Com 55 Roman" charset="0"/>
              </a:rPr>
              <a:t>Künste</a:t>
            </a:r>
            <a:endParaRPr lang="en-US" sz="700" dirty="0">
              <a:solidFill>
                <a:schemeClr val="bg2">
                  <a:lumMod val="20000"/>
                  <a:lumOff val="80000"/>
                </a:schemeClr>
              </a:solidFill>
              <a:latin typeface="HelveticaNeueLT Com 55 Roman" charset="0"/>
              <a:sym typeface="HelveticaNeueLT Com 55 Roman" charset="0"/>
            </a:endParaRPr>
          </a:p>
          <a:p>
            <a:pPr algn="l"/>
            <a:r>
              <a:rPr lang="en-US" sz="700" dirty="0">
                <a:solidFill>
                  <a:schemeClr val="bg2">
                    <a:lumMod val="20000"/>
                    <a:lumOff val="80000"/>
                  </a:schemeClr>
                </a:solidFill>
                <a:latin typeface="HelveticaNeueLT Com 55 Roman" charset="0"/>
                <a:sym typeface="HelveticaNeueLT Com 55 Roman" charset="0"/>
              </a:rPr>
              <a:t>Zurich University of the Arts</a:t>
            </a:r>
          </a:p>
          <a:p>
            <a:pPr algn="l"/>
            <a:endParaRPr lang="en-US" sz="700" dirty="0">
              <a:latin typeface="HelveticaNeueLT Com 55 Roman" charset="0"/>
              <a:sym typeface="HelveticaNeueLT Com 55 Roman" charset="0"/>
            </a:endParaRPr>
          </a:p>
        </p:txBody>
      </p:sp>
      <p:sp>
        <p:nvSpPr>
          <p:cNvPr id="15367" name="Rectangle 5"/>
          <p:cNvSpPr>
            <a:spLocks/>
          </p:cNvSpPr>
          <p:nvPr/>
        </p:nvSpPr>
        <p:spPr bwMode="auto">
          <a:xfrm>
            <a:off x="3584848" y="0"/>
            <a:ext cx="5580000" cy="68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18707" tIns="18707" rIns="18707" bIns="18707"/>
          <a:lstStyle/>
          <a:p>
            <a:pPr algn="l">
              <a:lnSpc>
                <a:spcPct val="120000"/>
              </a:lnSpc>
            </a:pPr>
            <a:endParaRPr lang="en-US" sz="700" dirty="0">
              <a:latin typeface="HelveticaNeueLT Com 25 UltLt" charset="0"/>
              <a:sym typeface="HelveticaNeueLT Com 25 UltLt" charset="0"/>
            </a:endParaRPr>
          </a:p>
          <a:p>
            <a:pPr algn="l">
              <a:lnSpc>
                <a:spcPct val="120000"/>
              </a:lnSpc>
            </a:pPr>
            <a:endParaRPr lang="en-US" sz="700" dirty="0">
              <a:latin typeface="HelveticaNeueLT Com 25 UltLt" charset="0"/>
              <a:sym typeface="HelveticaNeueLT Com 25 UltLt" charset="0"/>
            </a:endParaRPr>
          </a:p>
          <a:p>
            <a:pPr algn="r">
              <a:lnSpc>
                <a:spcPct val="120000"/>
              </a:lnSpc>
            </a:pPr>
            <a:r>
              <a:rPr lang="en-US" sz="1500" dirty="0">
                <a:solidFill>
                  <a:schemeClr val="bg2">
                    <a:lumMod val="20000"/>
                    <a:lumOff val="80000"/>
                  </a:schemeClr>
                </a:solidFill>
                <a:latin typeface="Helvetica" pitchFamily="2" charset="0"/>
                <a:sym typeface="HelveticaNeueLT Com 55 Roman" charset="0"/>
              </a:rPr>
              <a:t>Dr. Gunter Lösel, </a:t>
            </a:r>
            <a:r>
              <a:rPr lang="en-US" sz="1500" dirty="0" err="1">
                <a:solidFill>
                  <a:schemeClr val="bg2">
                    <a:lumMod val="20000"/>
                    <a:lumOff val="80000"/>
                  </a:schemeClr>
                </a:solidFill>
                <a:latin typeface="Helvetica" pitchFamily="2" charset="0"/>
                <a:sym typeface="HelveticaNeueLT Com 55 Roman" charset="0"/>
              </a:rPr>
              <a:t>Forschungsschwerpunkt</a:t>
            </a:r>
            <a:r>
              <a:rPr lang="en-US" sz="1500" dirty="0">
                <a:solidFill>
                  <a:schemeClr val="bg2">
                    <a:lumMod val="20000"/>
                    <a:lumOff val="80000"/>
                  </a:schemeClr>
                </a:solidFill>
                <a:latin typeface="Helvetica" pitchFamily="2" charset="0"/>
                <a:sym typeface="HelveticaNeueLT Com 55 Roman" charset="0"/>
              </a:rPr>
              <a:t> </a:t>
            </a:r>
            <a:r>
              <a:rPr lang="en-US" sz="1500" dirty="0" err="1">
                <a:solidFill>
                  <a:schemeClr val="bg2">
                    <a:lumMod val="20000"/>
                    <a:lumOff val="80000"/>
                  </a:schemeClr>
                </a:solidFill>
                <a:latin typeface="Helvetica" pitchFamily="2" charset="0"/>
                <a:sym typeface="HelveticaNeueLT Com 55 Roman" charset="0"/>
              </a:rPr>
              <a:t>Performative</a:t>
            </a:r>
            <a:r>
              <a:rPr lang="en-US" sz="1500" dirty="0">
                <a:solidFill>
                  <a:schemeClr val="bg2">
                    <a:lumMod val="20000"/>
                    <a:lumOff val="80000"/>
                  </a:schemeClr>
                </a:solidFill>
                <a:latin typeface="Helvetica" pitchFamily="2" charset="0"/>
                <a:sym typeface="HelveticaNeueLT Com 55 Roman" charset="0"/>
              </a:rPr>
              <a:t> Praxis</a:t>
            </a:r>
            <a:endParaRPr lang="en-US" sz="1500" dirty="0">
              <a:solidFill>
                <a:schemeClr val="bg2">
                  <a:lumMod val="20000"/>
                  <a:lumOff val="80000"/>
                </a:schemeClr>
              </a:solidFill>
              <a:latin typeface="Helvetica" pitchFamily="2" charset="0"/>
              <a:sym typeface="HelveticaNeueLT Com 25 UltLt" charset="0"/>
            </a:endParaRPr>
          </a:p>
          <a:p>
            <a:pPr algn="r">
              <a:lnSpc>
                <a:spcPct val="120000"/>
              </a:lnSpc>
            </a:pPr>
            <a:endParaRPr lang="en-US" sz="1500" dirty="0">
              <a:solidFill>
                <a:schemeClr val="bg2">
                  <a:lumMod val="20000"/>
                  <a:lumOff val="80000"/>
                </a:schemeClr>
              </a:solidFill>
              <a:latin typeface="HelveticaNeueLT Com 25 UltLt" charset="0"/>
              <a:sym typeface="HelveticaNeueLT Com 25 UltLt" charset="0"/>
            </a:endParaRPr>
          </a:p>
          <a:p>
            <a:pPr algn="l">
              <a:lnSpc>
                <a:spcPct val="1000"/>
              </a:lnSpc>
            </a:pPr>
            <a:endParaRPr lang="en-US" sz="800" dirty="0">
              <a:latin typeface="HelveticaNeueLT Com 55 Roman" charset="0"/>
              <a:sym typeface="HelveticaNeueLT Com 55 Roman" charset="0"/>
            </a:endParaRPr>
          </a:p>
          <a:p>
            <a:pPr algn="l">
              <a:lnSpc>
                <a:spcPct val="120000"/>
              </a:lnSpc>
            </a:pPr>
            <a:endParaRPr lang="en-US" dirty="0"/>
          </a:p>
        </p:txBody>
      </p:sp>
      <p:sp>
        <p:nvSpPr>
          <p:cNvPr id="3" name="Textfeld 2">
            <a:extLst>
              <a:ext uri="{FF2B5EF4-FFF2-40B4-BE49-F238E27FC236}">
                <a16:creationId xmlns:a16="http://schemas.microsoft.com/office/drawing/2014/main" id="{7F19682B-FE96-0045-AB98-34F642875AED}"/>
              </a:ext>
            </a:extLst>
          </p:cNvPr>
          <p:cNvSpPr txBox="1"/>
          <p:nvPr/>
        </p:nvSpPr>
        <p:spPr>
          <a:xfrm>
            <a:off x="2864768" y="4221088"/>
            <a:ext cx="3744416" cy="1046440"/>
          </a:xfrm>
          <a:prstGeom prst="rect">
            <a:avLst/>
          </a:prstGeom>
          <a:noFill/>
        </p:spPr>
        <p:txBody>
          <a:bodyPr wrap="square" rtlCol="0">
            <a:spAutoFit/>
          </a:bodyPr>
          <a:lstStyle/>
          <a:p>
            <a:r>
              <a:rPr lang="de-DE" i="1" dirty="0" err="1">
                <a:solidFill>
                  <a:schemeClr val="bg1"/>
                </a:solidFill>
              </a:rPr>
              <a:t>Readiness</a:t>
            </a:r>
            <a:r>
              <a:rPr lang="de-DE" i="1" dirty="0">
                <a:solidFill>
                  <a:schemeClr val="bg1"/>
                </a:solidFill>
              </a:rPr>
              <a:t> </a:t>
            </a:r>
            <a:r>
              <a:rPr lang="de-DE" i="1" dirty="0" err="1">
                <a:solidFill>
                  <a:schemeClr val="bg1"/>
                </a:solidFill>
              </a:rPr>
              <a:t>is</a:t>
            </a:r>
            <a:r>
              <a:rPr lang="de-DE" i="1" dirty="0">
                <a:solidFill>
                  <a:schemeClr val="bg1"/>
                </a:solidFill>
              </a:rPr>
              <a:t> </a:t>
            </a:r>
            <a:r>
              <a:rPr lang="de-DE" i="1" dirty="0" err="1">
                <a:solidFill>
                  <a:schemeClr val="bg1"/>
                </a:solidFill>
              </a:rPr>
              <a:t>everything</a:t>
            </a:r>
            <a:r>
              <a:rPr lang="de-DE" i="1" dirty="0">
                <a:solidFill>
                  <a:schemeClr val="bg1"/>
                </a:solidFill>
              </a:rPr>
              <a:t>.</a:t>
            </a:r>
          </a:p>
          <a:p>
            <a:r>
              <a:rPr lang="de-DE" dirty="0">
                <a:solidFill>
                  <a:schemeClr val="bg1"/>
                </a:solidFill>
              </a:rPr>
              <a:t>Hamlet</a:t>
            </a:r>
          </a:p>
        </p:txBody>
      </p:sp>
    </p:spTree>
    <p:extLst>
      <p:ext uri="{BB962C8B-B14F-4D97-AF65-F5344CB8AC3E}">
        <p14:creationId xmlns:p14="http://schemas.microsoft.com/office/powerpoint/2010/main" val="299950626"/>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1" Type="http://schemas.openxmlformats.org/officeDocument/2006/relationships/image" Target="../media/image1.jpeg"/></Relationships>
</file>

<file path=ppt/theme/_rels/theme11.xml.rels><?xml version="1.0" encoding="UTF-8" standalone="yes"?>
<Relationships xmlns="http://schemas.openxmlformats.org/package/2006/relationships"><Relationship Id="rId1" Type="http://schemas.openxmlformats.org/officeDocument/2006/relationships/image" Target="../media/image1.jpeg"/></Relationships>
</file>

<file path=ppt/theme/_rels/theme12.xml.rels><?xml version="1.0" encoding="UTF-8" standalone="yes"?>
<Relationships xmlns="http://schemas.openxmlformats.org/package/2006/relationships"><Relationship Id="rId1" Type="http://schemas.openxmlformats.org/officeDocument/2006/relationships/image" Target="../media/image1.jpeg"/></Relationships>
</file>

<file path=ppt/theme/_rels/theme13.xml.rels><?xml version="1.0" encoding="UTF-8" standalone="yes"?>
<Relationships xmlns="http://schemas.openxmlformats.org/package/2006/relationships"><Relationship Id="rId1" Type="http://schemas.openxmlformats.org/officeDocument/2006/relationships/image" Target="../media/image1.jpeg"/></Relationships>
</file>

<file path=ppt/theme/_rels/theme1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orlage Powerpoint">
  <a:themeElements>
    <a:clrScheme name="Titel - Ob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 Obe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 Ob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el &amp; Aufzählung">
  <a:themeElements>
    <a:clrScheme name="Titel &amp; Aufzäh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mp; Aufzählung">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mp; Aufzäh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itel - Mitte">
  <a:themeElements>
    <a:clrScheme name="Titel - Mit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 Mitte">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 Mit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itel &amp; Untertitel">
  <a:themeElements>
    <a:clrScheme name="Titel &amp; Untertit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mp; Untertite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mp; Untertit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Foto - Horizontal">
  <a:themeElements>
    <a:clrScheme name="Foto - Horizont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Foto - Horizont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Foto - Horizont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Foto - Horizontal, Spiegelung">
  <a:themeElements>
    <a:clrScheme name="Foto - Horizontal, Spiege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Foto - Horizontal, Spiegelung">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Foto - Horizontal, Spiege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Foto - Vertikal">
  <a:themeElements>
    <a:clrScheme name="Foto - Vertik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Foto - Vertikal">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Foto - Vertik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Foto - Vertikal, Spiegelung">
  <a:themeElements>
    <a:clrScheme name="Foto - Vertikal, Spiege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Foto - Vertikal, Spiegelung">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Foto - Vertikal, Spiege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ufzählung">
  <a:themeElements>
    <a:clrScheme name="Aufzäh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fzählung">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Aufzählu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Leer">
  <a:themeElements>
    <a:clrScheme name="Le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er">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Le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Titel &amp; Aufzählung - Links">
  <a:themeElements>
    <a:clrScheme name="Titel &amp; Aufzählung - Link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mp; Aufzählung - Links">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mp; Aufzählung - Link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Titel &amp; Aufzählung - 2 Spalten">
  <a:themeElements>
    <a:clrScheme name="Titel &amp; Aufzählung - 2 Spalt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mp; Aufzählung - 2 Spalten">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mp; Aufzählung - 2 Spalt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Titel &amp; Aufzählung - Rechts">
  <a:themeElements>
    <a:clrScheme name="Titel &amp; Aufzählung - Rech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mp; Aufzählung - Rechts">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mp; Aufzählung - Rech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Titel, Aufzählung &amp; Foto">
  <a:themeElements>
    <a:clrScheme name="Titel, Aufzählung &amp; Fot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itel, Aufzählung &amp; Foto">
      <a:majorFont>
        <a:latin typeface="Gill Sans"/>
        <a:ea typeface="ヒラギノ角ゴ ProN W3"/>
        <a:cs typeface="ヒラギノ角ゴ ProN W3"/>
      </a:majorFont>
      <a:minorFont>
        <a:latin typeface="Gill Sans"/>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Titel, Aufzählung &amp; Fot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Vorlage Powerpoint.potx</Template>
  <TotalTime>0</TotalTime>
  <Pages>0</Pages>
  <Words>1111</Words>
  <Characters>0</Characters>
  <Application>Microsoft Macintosh PowerPoint</Application>
  <PresentationFormat>A4-Papier (210 x 297 mm)</PresentationFormat>
  <Lines>0</Lines>
  <Paragraphs>377</Paragraphs>
  <Slides>27</Slides>
  <Notes>26</Notes>
  <HiddenSlides>0</HiddenSlides>
  <MMClips>0</MMClips>
  <ScaleCrop>false</ScaleCrop>
  <HeadingPairs>
    <vt:vector size="6" baseType="variant">
      <vt:variant>
        <vt:lpstr>Verwendete Schriftarten</vt:lpstr>
      </vt:variant>
      <vt:variant>
        <vt:i4>6</vt:i4>
      </vt:variant>
      <vt:variant>
        <vt:lpstr>Design</vt:lpstr>
      </vt:variant>
      <vt:variant>
        <vt:i4>14</vt:i4>
      </vt:variant>
      <vt:variant>
        <vt:lpstr>Folientitel</vt:lpstr>
      </vt:variant>
      <vt:variant>
        <vt:i4>27</vt:i4>
      </vt:variant>
    </vt:vector>
  </HeadingPairs>
  <TitlesOfParts>
    <vt:vector size="47" baseType="lpstr">
      <vt:lpstr>Calibri</vt:lpstr>
      <vt:lpstr>Gill Sans</vt:lpstr>
      <vt:lpstr>Helvetica</vt:lpstr>
      <vt:lpstr>HelveticaNeueLT Com 25 UltLt</vt:lpstr>
      <vt:lpstr>HelveticaNeueLT Com 55 Roman</vt:lpstr>
      <vt:lpstr>Times New Roman</vt:lpstr>
      <vt:lpstr>Vorlage Powerpoint</vt:lpstr>
      <vt:lpstr>Titel &amp; Aufzählung</vt:lpstr>
      <vt:lpstr>Titel - Mitte</vt:lpstr>
      <vt:lpstr>Titel &amp; Untertitel</vt:lpstr>
      <vt:lpstr>Foto - Horizontal</vt:lpstr>
      <vt:lpstr>Foto - Horizontal, Spiegelung</vt:lpstr>
      <vt:lpstr>Foto - Vertikal</vt:lpstr>
      <vt:lpstr>Foto - Vertikal, Spiegelung</vt:lpstr>
      <vt:lpstr>Aufzählung</vt:lpstr>
      <vt:lpstr>Leer</vt:lpstr>
      <vt:lpstr>Titel &amp; Aufzählung - Links</vt:lpstr>
      <vt:lpstr>Titel &amp; Aufzählung - 2 Spalten</vt:lpstr>
      <vt:lpstr>Titel &amp; Aufzählung - Rechts</vt:lpstr>
      <vt:lpstr>Titel, Aufzählung &amp; Foto</vt:lpstr>
      <vt:lpstr> Theatre, Rules, Nonsense  and Posthumanism    Dresden 2025</vt:lpstr>
      <vt:lpstr>PowerPoint-Präsentation</vt:lpstr>
      <vt:lpstr>PowerPoint-Präsentation</vt:lpstr>
      <vt:lpstr>PowerPoint-Präsentation</vt:lpstr>
      <vt:lpstr>PowerPoint-Präsentation</vt:lpstr>
      <vt:lpstr>PowerPoint-Präsentation</vt:lpstr>
      <vt:lpstr> „Why can´t we paint pictures today like those of Botticelli, Micheangelo, Leonardo, or Titian? Because human beings have completely changed in terms of their consciousness. This is the case not simply because we have the telephone, the airplane, the electric piano, and the escalator, but rather because these experiences have transformed our entire psychophysical condition.”  Hausmann aus «Présentismus“ 1921</vt:lpstr>
      <vt:lpstr>PowerPoint-Präsentation</vt:lpstr>
      <vt:lpstr>PowerPoint-Präsentation</vt:lpstr>
      <vt:lpstr>PowerPoint-Präsentation</vt:lpstr>
      <vt:lpstr>Paradox Practice of Rules:  NOT in favour of logic but in order to create nonsense and unleash the irrational powers of the unconscious</vt:lpstr>
      <vt:lpstr>1960s, France:  The group Oulipo (Ouvroir de literature potentielle) around  Raimond Queneau uses mathematical games to challenge human creativity  </vt:lpstr>
      <vt:lpstr>To see a World in a Grain of Sand  And a Heaven in a Wild Flower  Hold Infinity in the Palm of your Hand  And Eternity in an hour…    (William Blake, Auguries of Innocence)  </vt:lpstr>
      <vt:lpstr>To see a Worm in a Grampus of Sandblast  And a Hebe in a Wild Flu  Hold Inflow in the Palsy of your Hangar  And Ethos in an housefly…   (S &amp; 7)     </vt:lpstr>
      <vt:lpstr>PowerPoint-Präsentation</vt:lpstr>
      <vt:lpstr>PowerPoint-Präsentation</vt:lpstr>
      <vt:lpstr>PowerPoint-Präsentation</vt:lpstr>
      <vt:lpstr>PowerPoint-Präsentation</vt:lpstr>
      <vt:lpstr>PowerPoint-Präsentation</vt:lpstr>
      <vt:lpstr>PowerPoint-Präsentation</vt:lpstr>
      <vt:lpstr>The Spell of Anthropomorpism</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ZHdK Dieses Template für PowerPoint bzw. Keynote-Präsentationen hilft Angehörigen der ZHdK, auf einfache Weise CD-kompatible und Kunsthochschulwürdige Präsentationen herzustellen.  Keynote bietet für die Gestaltung von Präsentationen bessere Möglichkeiten als PowerPoint.</dc:title>
  <dc:creator>Weisskopf Nadja</dc:creator>
  <cp:lastModifiedBy>Gunter Lösel</cp:lastModifiedBy>
  <cp:revision>117</cp:revision>
  <cp:lastPrinted>2019-01-23T09:57:16Z</cp:lastPrinted>
  <dcterms:created xsi:type="dcterms:W3CDTF">2010-03-30T15:08:56Z</dcterms:created>
  <dcterms:modified xsi:type="dcterms:W3CDTF">2025-12-30T07:50:31Z</dcterms:modified>
</cp:coreProperties>
</file>