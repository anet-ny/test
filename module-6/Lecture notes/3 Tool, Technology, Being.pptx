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340" r:id="rId4"/>
    <p:sldId id="279" r:id="rId5"/>
    <p:sldId id="307" r:id="rId6"/>
    <p:sldId id="308" r:id="rId7"/>
    <p:sldId id="304" r:id="rId8"/>
    <p:sldId id="306" r:id="rId9"/>
    <p:sldId id="305" r:id="rId10"/>
    <p:sldId id="277" r:id="rId11"/>
    <p:sldId id="341" r:id="rId12"/>
    <p:sldId id="283" r:id="rId13"/>
    <p:sldId id="303" r:id="rId14"/>
    <p:sldId id="302" r:id="rId15"/>
    <p:sldId id="301" r:id="rId16"/>
    <p:sldId id="295" r:id="rId17"/>
    <p:sldId id="299" r:id="rId18"/>
    <p:sldId id="298" r:id="rId19"/>
    <p:sldId id="297" r:id="rId20"/>
    <p:sldId id="296" r:id="rId21"/>
    <p:sldId id="342" r:id="rId22"/>
    <p:sldId id="318" r:id="rId23"/>
    <p:sldId id="319" r:id="rId24"/>
    <p:sldId id="332" r:id="rId25"/>
    <p:sldId id="334" r:id="rId26"/>
    <p:sldId id="325" r:id="rId27"/>
    <p:sldId id="323" r:id="rId28"/>
    <p:sldId id="322" r:id="rId29"/>
    <p:sldId id="320" r:id="rId30"/>
    <p:sldId id="321" r:id="rId31"/>
    <p:sldId id="288" r:id="rId32"/>
    <p:sldId id="326" r:id="rId33"/>
    <p:sldId id="294" r:id="rId34"/>
    <p:sldId id="330" r:id="rId35"/>
    <p:sldId id="329" r:id="rId36"/>
    <p:sldId id="328" r:id="rId37"/>
    <p:sldId id="327" r:id="rId38"/>
    <p:sldId id="316" r:id="rId39"/>
    <p:sldId id="317" r:id="rId40"/>
    <p:sldId id="313" r:id="rId41"/>
    <p:sldId id="315" r:id="rId42"/>
    <p:sldId id="314" r:id="rId43"/>
    <p:sldId id="272" r:id="rId44"/>
    <p:sldId id="312" r:id="rId45"/>
    <p:sldId id="311" r:id="rId46"/>
    <p:sldId id="310" r:id="rId47"/>
    <p:sldId id="343" r:id="rId48"/>
    <p:sldId id="336" r:id="rId49"/>
    <p:sldId id="339" r:id="rId50"/>
    <p:sldId id="337" r:id="rId51"/>
    <p:sldId id="333" r:id="rId52"/>
    <p:sldId id="335" r:id="rId53"/>
    <p:sldId id="331" r:id="rId5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4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90433"/>
  </p:normalViewPr>
  <p:slideViewPr>
    <p:cSldViewPr snapToGrid="0">
      <p:cViewPr varScale="1">
        <p:scale>
          <a:sx n="104" d="100"/>
          <a:sy n="104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A9FE63-F5C0-FA4E-B270-06C96FEB9D6E}" type="doc">
      <dgm:prSet loTypeId="urn:microsoft.com/office/officeart/2005/8/layout/ven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0748F1F8-8621-E24E-9111-98AAAE87EDF1}">
      <dgm:prSet phldrT="[Text]"/>
      <dgm:spPr>
        <a:solidFill>
          <a:schemeClr val="tx1"/>
        </a:solidFill>
      </dgm:spPr>
      <dgm:t>
        <a:bodyPr/>
        <a:lstStyle/>
        <a:p>
          <a:r>
            <a:rPr lang="de-DE">
              <a:solidFill>
                <a:schemeClr val="bg1"/>
              </a:solidFill>
            </a:rPr>
            <a:t>WEAK AI</a:t>
          </a:r>
          <a:endParaRPr lang="de-DE" dirty="0">
            <a:solidFill>
              <a:schemeClr val="bg1"/>
            </a:solidFill>
          </a:endParaRPr>
        </a:p>
      </dgm:t>
    </dgm:pt>
    <dgm:pt modelId="{0C580557-A12C-C541-B8B8-663FD72E108D}" type="parTrans" cxnId="{D82E6E5D-1435-B84F-9C9B-335C0EEA2A41}">
      <dgm:prSet/>
      <dgm:spPr/>
      <dgm:t>
        <a:bodyPr/>
        <a:lstStyle/>
        <a:p>
          <a:endParaRPr lang="de-DE"/>
        </a:p>
      </dgm:t>
    </dgm:pt>
    <dgm:pt modelId="{AE00D003-E802-8D4C-9F8F-92333F7A3F47}" type="sibTrans" cxnId="{D82E6E5D-1435-B84F-9C9B-335C0EEA2A41}">
      <dgm:prSet/>
      <dgm:spPr/>
      <dgm:t>
        <a:bodyPr/>
        <a:lstStyle/>
        <a:p>
          <a:endParaRPr lang="de-DE"/>
        </a:p>
      </dgm:t>
    </dgm:pt>
    <dgm:pt modelId="{7D917A3B-BB76-624B-8C36-062F3D585260}">
      <dgm:prSet phldrT="[Text]"/>
      <dgm:spPr>
        <a:solidFill>
          <a:schemeClr val="bg1"/>
        </a:solidFill>
      </dgm:spPr>
      <dgm:t>
        <a:bodyPr/>
        <a:lstStyle/>
        <a:p>
          <a:r>
            <a:rPr lang="de-DE" dirty="0" err="1">
              <a:solidFill>
                <a:schemeClr val="tx1"/>
              </a:solidFill>
            </a:rPr>
            <a:t>Machine</a:t>
          </a:r>
          <a:r>
            <a:rPr lang="de-DE" dirty="0">
              <a:solidFill>
                <a:schemeClr val="tx1"/>
              </a:solidFill>
            </a:rPr>
            <a:t> Learning</a:t>
          </a:r>
        </a:p>
      </dgm:t>
    </dgm:pt>
    <dgm:pt modelId="{B9169FBE-7144-0B42-969E-3C8DD5634044}" type="parTrans" cxnId="{FEE96363-A992-D949-9BEB-815E77854B5F}">
      <dgm:prSet/>
      <dgm:spPr/>
      <dgm:t>
        <a:bodyPr/>
        <a:lstStyle/>
        <a:p>
          <a:endParaRPr lang="de-DE"/>
        </a:p>
      </dgm:t>
    </dgm:pt>
    <dgm:pt modelId="{11FF87EA-E621-0C49-84F4-DCB1E618AFE2}" type="sibTrans" cxnId="{FEE96363-A992-D949-9BEB-815E77854B5F}">
      <dgm:prSet/>
      <dgm:spPr/>
      <dgm:t>
        <a:bodyPr/>
        <a:lstStyle/>
        <a:p>
          <a:endParaRPr lang="de-DE"/>
        </a:p>
      </dgm:t>
    </dgm:pt>
    <dgm:pt modelId="{8E79750C-EAF8-9749-94FE-362593795A44}">
      <dgm:prSet phldrT="[Text]"/>
      <dgm:spPr>
        <a:solidFill>
          <a:schemeClr val="tx1"/>
        </a:solidFill>
      </dgm:spPr>
      <dgm:t>
        <a:bodyPr/>
        <a:lstStyle/>
        <a:p>
          <a:r>
            <a:rPr lang="de-DE" dirty="0">
              <a:solidFill>
                <a:schemeClr val="bg1"/>
              </a:solidFill>
            </a:rPr>
            <a:t>Deep Learning</a:t>
          </a:r>
        </a:p>
      </dgm:t>
    </dgm:pt>
    <dgm:pt modelId="{3D14972D-3438-1747-90C2-F36C62709ECE}" type="parTrans" cxnId="{AE84D988-1ACF-7346-95E8-B27C606BC495}">
      <dgm:prSet/>
      <dgm:spPr/>
      <dgm:t>
        <a:bodyPr/>
        <a:lstStyle/>
        <a:p>
          <a:endParaRPr lang="de-DE"/>
        </a:p>
      </dgm:t>
    </dgm:pt>
    <dgm:pt modelId="{591062ED-4248-2C4E-A477-9BD6E8848495}" type="sibTrans" cxnId="{AE84D988-1ACF-7346-95E8-B27C606BC495}">
      <dgm:prSet/>
      <dgm:spPr/>
      <dgm:t>
        <a:bodyPr/>
        <a:lstStyle/>
        <a:p>
          <a:endParaRPr lang="de-DE"/>
        </a:p>
      </dgm:t>
    </dgm:pt>
    <dgm:pt modelId="{0D563E4D-98B9-6949-8090-0F206F34931D}">
      <dgm:prSet/>
      <dgm:spPr>
        <a:solidFill>
          <a:srgbClr val="7030A0"/>
        </a:solidFill>
      </dgm:spPr>
      <dgm:t>
        <a:bodyPr/>
        <a:lstStyle/>
        <a:p>
          <a:r>
            <a:rPr lang="de-DE" dirty="0" err="1"/>
            <a:t>GenAI</a:t>
          </a:r>
          <a:endParaRPr lang="de-DE" dirty="0"/>
        </a:p>
      </dgm:t>
    </dgm:pt>
    <dgm:pt modelId="{73307B65-7D51-5143-9DFF-0AB59CB728FA}" type="parTrans" cxnId="{1B7BE6CA-E3AE-194F-9716-528903BD8C50}">
      <dgm:prSet/>
      <dgm:spPr/>
      <dgm:t>
        <a:bodyPr/>
        <a:lstStyle/>
        <a:p>
          <a:endParaRPr lang="de-DE"/>
        </a:p>
      </dgm:t>
    </dgm:pt>
    <dgm:pt modelId="{DD453F59-20FC-EA4B-ADF0-35A2EDBFF011}" type="sibTrans" cxnId="{1B7BE6CA-E3AE-194F-9716-528903BD8C50}">
      <dgm:prSet/>
      <dgm:spPr/>
      <dgm:t>
        <a:bodyPr/>
        <a:lstStyle/>
        <a:p>
          <a:endParaRPr lang="de-DE"/>
        </a:p>
      </dgm:t>
    </dgm:pt>
    <dgm:pt modelId="{134EE2C0-6211-844F-A202-608C98A6B3E8}">
      <dgm:prSet/>
      <dgm:spPr>
        <a:gradFill flip="none" rotWithShape="0">
          <a:gsLst>
            <a:gs pos="0">
              <a:srgbClr val="A345EA">
                <a:tint val="66000"/>
                <a:satMod val="160000"/>
              </a:srgbClr>
            </a:gs>
            <a:gs pos="50000">
              <a:srgbClr val="A345EA">
                <a:tint val="44500"/>
                <a:satMod val="160000"/>
              </a:srgbClr>
            </a:gs>
            <a:gs pos="100000">
              <a:srgbClr val="A345EA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de-DE" dirty="0" err="1">
              <a:solidFill>
                <a:schemeClr val="accent5"/>
              </a:solidFill>
            </a:rPr>
            <a:t>Tranformer</a:t>
          </a:r>
          <a:r>
            <a:rPr lang="de-DE" dirty="0">
              <a:solidFill>
                <a:schemeClr val="accent5"/>
              </a:solidFill>
            </a:rPr>
            <a:t> Models &amp; Diffusion Models</a:t>
          </a:r>
        </a:p>
      </dgm:t>
    </dgm:pt>
    <dgm:pt modelId="{899C1452-8F87-FA4F-A8EC-DBBD243EF840}" type="parTrans" cxnId="{16F712E5-BD88-D047-A633-C1EFE7A2CF10}">
      <dgm:prSet/>
      <dgm:spPr/>
      <dgm:t>
        <a:bodyPr/>
        <a:lstStyle/>
        <a:p>
          <a:endParaRPr lang="de-DE"/>
        </a:p>
      </dgm:t>
    </dgm:pt>
    <dgm:pt modelId="{3B6C4295-7908-354F-9B77-6ABB3C040A9C}" type="sibTrans" cxnId="{16F712E5-BD88-D047-A633-C1EFE7A2CF10}">
      <dgm:prSet/>
      <dgm:spPr/>
      <dgm:t>
        <a:bodyPr/>
        <a:lstStyle/>
        <a:p>
          <a:endParaRPr lang="de-DE"/>
        </a:p>
      </dgm:t>
    </dgm:pt>
    <dgm:pt modelId="{8D22FB7A-5173-6442-BFC6-4E70A4BD5BE1}" type="pres">
      <dgm:prSet presAssocID="{E0A9FE63-F5C0-FA4E-B270-06C96FEB9D6E}" presName="Name0" presStyleCnt="0">
        <dgm:presLayoutVars>
          <dgm:chMax val="7"/>
          <dgm:resizeHandles val="exact"/>
        </dgm:presLayoutVars>
      </dgm:prSet>
      <dgm:spPr/>
    </dgm:pt>
    <dgm:pt modelId="{71CCAF9B-CC4B-E244-B497-2A81FA3F7414}" type="pres">
      <dgm:prSet presAssocID="{E0A9FE63-F5C0-FA4E-B270-06C96FEB9D6E}" presName="comp1" presStyleCnt="0"/>
      <dgm:spPr/>
    </dgm:pt>
    <dgm:pt modelId="{1282863A-ADB8-E94F-910D-D9F07CE017E2}" type="pres">
      <dgm:prSet presAssocID="{E0A9FE63-F5C0-FA4E-B270-06C96FEB9D6E}" presName="circle1" presStyleLbl="node1" presStyleIdx="0" presStyleCnt="5"/>
      <dgm:spPr/>
    </dgm:pt>
    <dgm:pt modelId="{1DB2A718-370B-E647-9938-A1BC10DF0BA7}" type="pres">
      <dgm:prSet presAssocID="{E0A9FE63-F5C0-FA4E-B270-06C96FEB9D6E}" presName="c1text" presStyleLbl="node1" presStyleIdx="0" presStyleCnt="5">
        <dgm:presLayoutVars>
          <dgm:bulletEnabled val="1"/>
        </dgm:presLayoutVars>
      </dgm:prSet>
      <dgm:spPr/>
    </dgm:pt>
    <dgm:pt modelId="{5EA9BEC4-D725-244D-8D37-7D5CDC54E89A}" type="pres">
      <dgm:prSet presAssocID="{E0A9FE63-F5C0-FA4E-B270-06C96FEB9D6E}" presName="comp2" presStyleCnt="0"/>
      <dgm:spPr/>
    </dgm:pt>
    <dgm:pt modelId="{0315C3C1-3C99-D940-AA08-663EF163DFA6}" type="pres">
      <dgm:prSet presAssocID="{E0A9FE63-F5C0-FA4E-B270-06C96FEB9D6E}" presName="circle2" presStyleLbl="node1" presStyleIdx="1" presStyleCnt="5"/>
      <dgm:spPr/>
    </dgm:pt>
    <dgm:pt modelId="{7D3D71A9-239C-0841-8134-551ED3DC71EE}" type="pres">
      <dgm:prSet presAssocID="{E0A9FE63-F5C0-FA4E-B270-06C96FEB9D6E}" presName="c2text" presStyleLbl="node1" presStyleIdx="1" presStyleCnt="5">
        <dgm:presLayoutVars>
          <dgm:bulletEnabled val="1"/>
        </dgm:presLayoutVars>
      </dgm:prSet>
      <dgm:spPr/>
    </dgm:pt>
    <dgm:pt modelId="{B9F362EC-9F2D-1548-BA76-6D69ABD6304B}" type="pres">
      <dgm:prSet presAssocID="{E0A9FE63-F5C0-FA4E-B270-06C96FEB9D6E}" presName="comp3" presStyleCnt="0"/>
      <dgm:spPr/>
    </dgm:pt>
    <dgm:pt modelId="{1A0CA2AB-82C0-7D4F-8AD8-14715F309017}" type="pres">
      <dgm:prSet presAssocID="{E0A9FE63-F5C0-FA4E-B270-06C96FEB9D6E}" presName="circle3" presStyleLbl="node1" presStyleIdx="2" presStyleCnt="5"/>
      <dgm:spPr/>
    </dgm:pt>
    <dgm:pt modelId="{8729BA9E-D470-824B-90D8-CDF443A2A622}" type="pres">
      <dgm:prSet presAssocID="{E0A9FE63-F5C0-FA4E-B270-06C96FEB9D6E}" presName="c3text" presStyleLbl="node1" presStyleIdx="2" presStyleCnt="5">
        <dgm:presLayoutVars>
          <dgm:bulletEnabled val="1"/>
        </dgm:presLayoutVars>
      </dgm:prSet>
      <dgm:spPr/>
    </dgm:pt>
    <dgm:pt modelId="{43FAB82D-8F28-8542-A592-E368669CEE1F}" type="pres">
      <dgm:prSet presAssocID="{E0A9FE63-F5C0-FA4E-B270-06C96FEB9D6E}" presName="comp4" presStyleCnt="0"/>
      <dgm:spPr/>
    </dgm:pt>
    <dgm:pt modelId="{78192621-F13D-DE49-9310-16B6F131B26B}" type="pres">
      <dgm:prSet presAssocID="{E0A9FE63-F5C0-FA4E-B270-06C96FEB9D6E}" presName="circle4" presStyleLbl="node1" presStyleIdx="3" presStyleCnt="5"/>
      <dgm:spPr/>
    </dgm:pt>
    <dgm:pt modelId="{AE877140-940B-5546-B0AB-269044963CFD}" type="pres">
      <dgm:prSet presAssocID="{E0A9FE63-F5C0-FA4E-B270-06C96FEB9D6E}" presName="c4text" presStyleLbl="node1" presStyleIdx="3" presStyleCnt="5">
        <dgm:presLayoutVars>
          <dgm:bulletEnabled val="1"/>
        </dgm:presLayoutVars>
      </dgm:prSet>
      <dgm:spPr/>
    </dgm:pt>
    <dgm:pt modelId="{32B94BF7-2577-C941-A2F1-82FB3B4DD1BB}" type="pres">
      <dgm:prSet presAssocID="{E0A9FE63-F5C0-FA4E-B270-06C96FEB9D6E}" presName="comp5" presStyleCnt="0"/>
      <dgm:spPr/>
    </dgm:pt>
    <dgm:pt modelId="{6F4A40D5-7CE6-5B45-864B-E8B1AAB6D611}" type="pres">
      <dgm:prSet presAssocID="{E0A9FE63-F5C0-FA4E-B270-06C96FEB9D6E}" presName="circle5" presStyleLbl="node1" presStyleIdx="4" presStyleCnt="5"/>
      <dgm:spPr/>
    </dgm:pt>
    <dgm:pt modelId="{3FD4813A-215F-3648-A717-608E0824A535}" type="pres">
      <dgm:prSet presAssocID="{E0A9FE63-F5C0-FA4E-B270-06C96FEB9D6E}" presName="c5text" presStyleLbl="node1" presStyleIdx="4" presStyleCnt="5">
        <dgm:presLayoutVars>
          <dgm:bulletEnabled val="1"/>
        </dgm:presLayoutVars>
      </dgm:prSet>
      <dgm:spPr/>
    </dgm:pt>
  </dgm:ptLst>
  <dgm:cxnLst>
    <dgm:cxn modelId="{9D3D5222-09A5-894D-9325-66A30ED53930}" type="presOf" srcId="{7D917A3B-BB76-624B-8C36-062F3D585260}" destId="{7D3D71A9-239C-0841-8134-551ED3DC71EE}" srcOrd="1" destOrd="0" presId="urn:microsoft.com/office/officeart/2005/8/layout/venn2"/>
    <dgm:cxn modelId="{2AB4B136-BB6D-0645-BAAE-77A4E504B8CC}" type="presOf" srcId="{134EE2C0-6211-844F-A202-608C98A6B3E8}" destId="{3FD4813A-215F-3648-A717-608E0824A535}" srcOrd="1" destOrd="0" presId="urn:microsoft.com/office/officeart/2005/8/layout/venn2"/>
    <dgm:cxn modelId="{DF87A340-06D7-3847-91DD-F0822988242B}" type="presOf" srcId="{0748F1F8-8621-E24E-9111-98AAAE87EDF1}" destId="{1DB2A718-370B-E647-9938-A1BC10DF0BA7}" srcOrd="1" destOrd="0" presId="urn:microsoft.com/office/officeart/2005/8/layout/venn2"/>
    <dgm:cxn modelId="{10F7DE56-B8B1-9F48-8D67-B36A0EF06736}" type="presOf" srcId="{8E79750C-EAF8-9749-94FE-362593795A44}" destId="{1A0CA2AB-82C0-7D4F-8AD8-14715F309017}" srcOrd="0" destOrd="0" presId="urn:microsoft.com/office/officeart/2005/8/layout/venn2"/>
    <dgm:cxn modelId="{D82E6E5D-1435-B84F-9C9B-335C0EEA2A41}" srcId="{E0A9FE63-F5C0-FA4E-B270-06C96FEB9D6E}" destId="{0748F1F8-8621-E24E-9111-98AAAE87EDF1}" srcOrd="0" destOrd="0" parTransId="{0C580557-A12C-C541-B8B8-663FD72E108D}" sibTransId="{AE00D003-E802-8D4C-9F8F-92333F7A3F47}"/>
    <dgm:cxn modelId="{93CC0C5F-4908-0D46-829E-40B61BC7C984}" type="presOf" srcId="{8E79750C-EAF8-9749-94FE-362593795A44}" destId="{8729BA9E-D470-824B-90D8-CDF443A2A622}" srcOrd="1" destOrd="0" presId="urn:microsoft.com/office/officeart/2005/8/layout/venn2"/>
    <dgm:cxn modelId="{FEE96363-A992-D949-9BEB-815E77854B5F}" srcId="{E0A9FE63-F5C0-FA4E-B270-06C96FEB9D6E}" destId="{7D917A3B-BB76-624B-8C36-062F3D585260}" srcOrd="1" destOrd="0" parTransId="{B9169FBE-7144-0B42-969E-3C8DD5634044}" sibTransId="{11FF87EA-E621-0C49-84F4-DCB1E618AFE2}"/>
    <dgm:cxn modelId="{777A8E6D-6DDA-0245-B5BC-83981B473591}" type="presOf" srcId="{0748F1F8-8621-E24E-9111-98AAAE87EDF1}" destId="{1282863A-ADB8-E94F-910D-D9F07CE017E2}" srcOrd="0" destOrd="0" presId="urn:microsoft.com/office/officeart/2005/8/layout/venn2"/>
    <dgm:cxn modelId="{4AD43876-5FEC-404A-9AEA-598D829AACB4}" type="presOf" srcId="{E0A9FE63-F5C0-FA4E-B270-06C96FEB9D6E}" destId="{8D22FB7A-5173-6442-BFC6-4E70A4BD5BE1}" srcOrd="0" destOrd="0" presId="urn:microsoft.com/office/officeart/2005/8/layout/venn2"/>
    <dgm:cxn modelId="{AE84D988-1ACF-7346-95E8-B27C606BC495}" srcId="{E0A9FE63-F5C0-FA4E-B270-06C96FEB9D6E}" destId="{8E79750C-EAF8-9749-94FE-362593795A44}" srcOrd="2" destOrd="0" parTransId="{3D14972D-3438-1747-90C2-F36C62709ECE}" sibTransId="{591062ED-4248-2C4E-A477-9BD6E8848495}"/>
    <dgm:cxn modelId="{59AAFC99-09B5-9C45-A08E-2BEF7C0321A6}" type="presOf" srcId="{7D917A3B-BB76-624B-8C36-062F3D585260}" destId="{0315C3C1-3C99-D940-AA08-663EF163DFA6}" srcOrd="0" destOrd="0" presId="urn:microsoft.com/office/officeart/2005/8/layout/venn2"/>
    <dgm:cxn modelId="{4DEDCFA1-0C0E-A045-BD36-B4387A1564A2}" type="presOf" srcId="{134EE2C0-6211-844F-A202-608C98A6B3E8}" destId="{6F4A40D5-7CE6-5B45-864B-E8B1AAB6D611}" srcOrd="0" destOrd="0" presId="urn:microsoft.com/office/officeart/2005/8/layout/venn2"/>
    <dgm:cxn modelId="{1254C1BC-D2D4-E446-8290-4865C45A5219}" type="presOf" srcId="{0D563E4D-98B9-6949-8090-0F206F34931D}" destId="{78192621-F13D-DE49-9310-16B6F131B26B}" srcOrd="0" destOrd="0" presId="urn:microsoft.com/office/officeart/2005/8/layout/venn2"/>
    <dgm:cxn modelId="{1B7BE6CA-E3AE-194F-9716-528903BD8C50}" srcId="{E0A9FE63-F5C0-FA4E-B270-06C96FEB9D6E}" destId="{0D563E4D-98B9-6949-8090-0F206F34931D}" srcOrd="3" destOrd="0" parTransId="{73307B65-7D51-5143-9DFF-0AB59CB728FA}" sibTransId="{DD453F59-20FC-EA4B-ADF0-35A2EDBFF011}"/>
    <dgm:cxn modelId="{E07F56D9-417B-7845-A7B4-186C8E4F5F1F}" type="presOf" srcId="{0D563E4D-98B9-6949-8090-0F206F34931D}" destId="{AE877140-940B-5546-B0AB-269044963CFD}" srcOrd="1" destOrd="0" presId="urn:microsoft.com/office/officeart/2005/8/layout/venn2"/>
    <dgm:cxn modelId="{16F712E5-BD88-D047-A633-C1EFE7A2CF10}" srcId="{E0A9FE63-F5C0-FA4E-B270-06C96FEB9D6E}" destId="{134EE2C0-6211-844F-A202-608C98A6B3E8}" srcOrd="4" destOrd="0" parTransId="{899C1452-8F87-FA4F-A8EC-DBBD243EF840}" sibTransId="{3B6C4295-7908-354F-9B77-6ABB3C040A9C}"/>
    <dgm:cxn modelId="{B3B257D6-9D8B-6449-96B1-FCF0BFE47C23}" type="presParOf" srcId="{8D22FB7A-5173-6442-BFC6-4E70A4BD5BE1}" destId="{71CCAF9B-CC4B-E244-B497-2A81FA3F7414}" srcOrd="0" destOrd="0" presId="urn:microsoft.com/office/officeart/2005/8/layout/venn2"/>
    <dgm:cxn modelId="{580038EB-4911-2B42-8B41-AB3E7166DB49}" type="presParOf" srcId="{71CCAF9B-CC4B-E244-B497-2A81FA3F7414}" destId="{1282863A-ADB8-E94F-910D-D9F07CE017E2}" srcOrd="0" destOrd="0" presId="urn:microsoft.com/office/officeart/2005/8/layout/venn2"/>
    <dgm:cxn modelId="{5B25ADE0-C210-B749-A157-09E1F71A4357}" type="presParOf" srcId="{71CCAF9B-CC4B-E244-B497-2A81FA3F7414}" destId="{1DB2A718-370B-E647-9938-A1BC10DF0BA7}" srcOrd="1" destOrd="0" presId="urn:microsoft.com/office/officeart/2005/8/layout/venn2"/>
    <dgm:cxn modelId="{0758D8A7-45CE-4248-A79E-09A3101D39A3}" type="presParOf" srcId="{8D22FB7A-5173-6442-BFC6-4E70A4BD5BE1}" destId="{5EA9BEC4-D725-244D-8D37-7D5CDC54E89A}" srcOrd="1" destOrd="0" presId="urn:microsoft.com/office/officeart/2005/8/layout/venn2"/>
    <dgm:cxn modelId="{4B8632CD-5056-C542-B3DC-F7B2B591A5D2}" type="presParOf" srcId="{5EA9BEC4-D725-244D-8D37-7D5CDC54E89A}" destId="{0315C3C1-3C99-D940-AA08-663EF163DFA6}" srcOrd="0" destOrd="0" presId="urn:microsoft.com/office/officeart/2005/8/layout/venn2"/>
    <dgm:cxn modelId="{3941A5A5-EE5D-674A-AFAC-55839DA53B43}" type="presParOf" srcId="{5EA9BEC4-D725-244D-8D37-7D5CDC54E89A}" destId="{7D3D71A9-239C-0841-8134-551ED3DC71EE}" srcOrd="1" destOrd="0" presId="urn:microsoft.com/office/officeart/2005/8/layout/venn2"/>
    <dgm:cxn modelId="{3D3661AC-E21E-5B48-8853-9DA8FD7558CD}" type="presParOf" srcId="{8D22FB7A-5173-6442-BFC6-4E70A4BD5BE1}" destId="{B9F362EC-9F2D-1548-BA76-6D69ABD6304B}" srcOrd="2" destOrd="0" presId="urn:microsoft.com/office/officeart/2005/8/layout/venn2"/>
    <dgm:cxn modelId="{44D35443-4459-C545-81C7-2FE70D355523}" type="presParOf" srcId="{B9F362EC-9F2D-1548-BA76-6D69ABD6304B}" destId="{1A0CA2AB-82C0-7D4F-8AD8-14715F309017}" srcOrd="0" destOrd="0" presId="urn:microsoft.com/office/officeart/2005/8/layout/venn2"/>
    <dgm:cxn modelId="{16171487-2E86-A44B-BA75-69218D609148}" type="presParOf" srcId="{B9F362EC-9F2D-1548-BA76-6D69ABD6304B}" destId="{8729BA9E-D470-824B-90D8-CDF443A2A622}" srcOrd="1" destOrd="0" presId="urn:microsoft.com/office/officeart/2005/8/layout/venn2"/>
    <dgm:cxn modelId="{16D09245-1C29-3F48-BAFB-4EE585767D4F}" type="presParOf" srcId="{8D22FB7A-5173-6442-BFC6-4E70A4BD5BE1}" destId="{43FAB82D-8F28-8542-A592-E368669CEE1F}" srcOrd="3" destOrd="0" presId="urn:microsoft.com/office/officeart/2005/8/layout/venn2"/>
    <dgm:cxn modelId="{95C8D7C1-472E-1446-AF7E-B1135BD5F0AD}" type="presParOf" srcId="{43FAB82D-8F28-8542-A592-E368669CEE1F}" destId="{78192621-F13D-DE49-9310-16B6F131B26B}" srcOrd="0" destOrd="0" presId="urn:microsoft.com/office/officeart/2005/8/layout/venn2"/>
    <dgm:cxn modelId="{061A2E61-DA20-7140-BA05-946C302ABF50}" type="presParOf" srcId="{43FAB82D-8F28-8542-A592-E368669CEE1F}" destId="{AE877140-940B-5546-B0AB-269044963CFD}" srcOrd="1" destOrd="0" presId="urn:microsoft.com/office/officeart/2005/8/layout/venn2"/>
    <dgm:cxn modelId="{6D6AD6B7-56A0-EF40-86B3-9B121A062E3F}" type="presParOf" srcId="{8D22FB7A-5173-6442-BFC6-4E70A4BD5BE1}" destId="{32B94BF7-2577-C941-A2F1-82FB3B4DD1BB}" srcOrd="4" destOrd="0" presId="urn:microsoft.com/office/officeart/2005/8/layout/venn2"/>
    <dgm:cxn modelId="{3B4A0873-F5C6-8741-B4CF-A2F9EB0EA658}" type="presParOf" srcId="{32B94BF7-2577-C941-A2F1-82FB3B4DD1BB}" destId="{6F4A40D5-7CE6-5B45-864B-E8B1AAB6D611}" srcOrd="0" destOrd="0" presId="urn:microsoft.com/office/officeart/2005/8/layout/venn2"/>
    <dgm:cxn modelId="{7C93D34A-344C-F54C-B512-F4FBFEC044E4}" type="presParOf" srcId="{32B94BF7-2577-C941-A2F1-82FB3B4DD1BB}" destId="{3FD4813A-215F-3648-A717-608E0824A535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A9FE63-F5C0-FA4E-B270-06C96FEB9D6E}" type="doc">
      <dgm:prSet loTypeId="urn:microsoft.com/office/officeart/2005/8/layout/ven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0748F1F8-8621-E24E-9111-98AAAE87EDF1}">
      <dgm:prSet phldrT="[Text]"/>
      <dgm:spPr>
        <a:solidFill>
          <a:schemeClr val="tx1"/>
        </a:solidFill>
      </dgm:spPr>
      <dgm:t>
        <a:bodyPr/>
        <a:lstStyle/>
        <a:p>
          <a:r>
            <a:rPr lang="de-DE">
              <a:solidFill>
                <a:schemeClr val="bg1"/>
              </a:solidFill>
            </a:rPr>
            <a:t>WEAK AI</a:t>
          </a:r>
          <a:endParaRPr lang="de-DE" dirty="0">
            <a:solidFill>
              <a:schemeClr val="bg1"/>
            </a:solidFill>
          </a:endParaRPr>
        </a:p>
      </dgm:t>
    </dgm:pt>
    <dgm:pt modelId="{0C580557-A12C-C541-B8B8-663FD72E108D}" type="parTrans" cxnId="{D82E6E5D-1435-B84F-9C9B-335C0EEA2A41}">
      <dgm:prSet/>
      <dgm:spPr/>
      <dgm:t>
        <a:bodyPr/>
        <a:lstStyle/>
        <a:p>
          <a:endParaRPr lang="de-DE"/>
        </a:p>
      </dgm:t>
    </dgm:pt>
    <dgm:pt modelId="{AE00D003-E802-8D4C-9F8F-92333F7A3F47}" type="sibTrans" cxnId="{D82E6E5D-1435-B84F-9C9B-335C0EEA2A41}">
      <dgm:prSet/>
      <dgm:spPr/>
      <dgm:t>
        <a:bodyPr/>
        <a:lstStyle/>
        <a:p>
          <a:endParaRPr lang="de-DE"/>
        </a:p>
      </dgm:t>
    </dgm:pt>
    <dgm:pt modelId="{7D917A3B-BB76-624B-8C36-062F3D585260}">
      <dgm:prSet phldrT="[Text]"/>
      <dgm:spPr>
        <a:solidFill>
          <a:schemeClr val="bg1"/>
        </a:solidFill>
      </dgm:spPr>
      <dgm:t>
        <a:bodyPr/>
        <a:lstStyle/>
        <a:p>
          <a:r>
            <a:rPr lang="de-DE" dirty="0" err="1">
              <a:solidFill>
                <a:schemeClr val="tx1"/>
              </a:solidFill>
            </a:rPr>
            <a:t>Machine</a:t>
          </a:r>
          <a:r>
            <a:rPr lang="de-DE" dirty="0">
              <a:solidFill>
                <a:schemeClr val="tx1"/>
              </a:solidFill>
            </a:rPr>
            <a:t> Learning</a:t>
          </a:r>
        </a:p>
      </dgm:t>
    </dgm:pt>
    <dgm:pt modelId="{B9169FBE-7144-0B42-969E-3C8DD5634044}" type="parTrans" cxnId="{FEE96363-A992-D949-9BEB-815E77854B5F}">
      <dgm:prSet/>
      <dgm:spPr/>
      <dgm:t>
        <a:bodyPr/>
        <a:lstStyle/>
        <a:p>
          <a:endParaRPr lang="de-DE"/>
        </a:p>
      </dgm:t>
    </dgm:pt>
    <dgm:pt modelId="{11FF87EA-E621-0C49-84F4-DCB1E618AFE2}" type="sibTrans" cxnId="{FEE96363-A992-D949-9BEB-815E77854B5F}">
      <dgm:prSet/>
      <dgm:spPr/>
      <dgm:t>
        <a:bodyPr/>
        <a:lstStyle/>
        <a:p>
          <a:endParaRPr lang="de-DE"/>
        </a:p>
      </dgm:t>
    </dgm:pt>
    <dgm:pt modelId="{8E79750C-EAF8-9749-94FE-362593795A44}">
      <dgm:prSet phldrT="[Text]"/>
      <dgm:spPr>
        <a:solidFill>
          <a:schemeClr val="tx1"/>
        </a:solidFill>
      </dgm:spPr>
      <dgm:t>
        <a:bodyPr/>
        <a:lstStyle/>
        <a:p>
          <a:r>
            <a:rPr lang="de-DE" dirty="0">
              <a:solidFill>
                <a:schemeClr val="bg1"/>
              </a:solidFill>
            </a:rPr>
            <a:t>Deep Learning</a:t>
          </a:r>
        </a:p>
      </dgm:t>
    </dgm:pt>
    <dgm:pt modelId="{3D14972D-3438-1747-90C2-F36C62709ECE}" type="parTrans" cxnId="{AE84D988-1ACF-7346-95E8-B27C606BC495}">
      <dgm:prSet/>
      <dgm:spPr/>
      <dgm:t>
        <a:bodyPr/>
        <a:lstStyle/>
        <a:p>
          <a:endParaRPr lang="de-DE"/>
        </a:p>
      </dgm:t>
    </dgm:pt>
    <dgm:pt modelId="{591062ED-4248-2C4E-A477-9BD6E8848495}" type="sibTrans" cxnId="{AE84D988-1ACF-7346-95E8-B27C606BC495}">
      <dgm:prSet/>
      <dgm:spPr/>
      <dgm:t>
        <a:bodyPr/>
        <a:lstStyle/>
        <a:p>
          <a:endParaRPr lang="de-DE"/>
        </a:p>
      </dgm:t>
    </dgm:pt>
    <dgm:pt modelId="{0D563E4D-98B9-6949-8090-0F206F34931D}">
      <dgm:prSet/>
      <dgm:spPr>
        <a:solidFill>
          <a:srgbClr val="7030A0"/>
        </a:solidFill>
      </dgm:spPr>
      <dgm:t>
        <a:bodyPr/>
        <a:lstStyle/>
        <a:p>
          <a:r>
            <a:rPr lang="de-DE" dirty="0" err="1"/>
            <a:t>GenAI</a:t>
          </a:r>
          <a:endParaRPr lang="de-DE" dirty="0"/>
        </a:p>
      </dgm:t>
    </dgm:pt>
    <dgm:pt modelId="{73307B65-7D51-5143-9DFF-0AB59CB728FA}" type="parTrans" cxnId="{1B7BE6CA-E3AE-194F-9716-528903BD8C50}">
      <dgm:prSet/>
      <dgm:spPr/>
      <dgm:t>
        <a:bodyPr/>
        <a:lstStyle/>
        <a:p>
          <a:endParaRPr lang="de-DE"/>
        </a:p>
      </dgm:t>
    </dgm:pt>
    <dgm:pt modelId="{DD453F59-20FC-EA4B-ADF0-35A2EDBFF011}" type="sibTrans" cxnId="{1B7BE6CA-E3AE-194F-9716-528903BD8C50}">
      <dgm:prSet/>
      <dgm:spPr/>
      <dgm:t>
        <a:bodyPr/>
        <a:lstStyle/>
        <a:p>
          <a:endParaRPr lang="de-DE"/>
        </a:p>
      </dgm:t>
    </dgm:pt>
    <dgm:pt modelId="{134EE2C0-6211-844F-A202-608C98A6B3E8}">
      <dgm:prSet/>
      <dgm:spPr>
        <a:gradFill flip="none" rotWithShape="0">
          <a:gsLst>
            <a:gs pos="0">
              <a:srgbClr val="A345EA">
                <a:tint val="66000"/>
                <a:satMod val="160000"/>
              </a:srgbClr>
            </a:gs>
            <a:gs pos="50000">
              <a:srgbClr val="A345EA">
                <a:tint val="44500"/>
                <a:satMod val="160000"/>
              </a:srgbClr>
            </a:gs>
            <a:gs pos="100000">
              <a:srgbClr val="A345EA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de-DE" dirty="0" err="1">
              <a:solidFill>
                <a:schemeClr val="accent5"/>
              </a:solidFill>
            </a:rPr>
            <a:t>Tranformer</a:t>
          </a:r>
          <a:r>
            <a:rPr lang="de-DE" dirty="0">
              <a:solidFill>
                <a:schemeClr val="accent5"/>
              </a:solidFill>
            </a:rPr>
            <a:t> Models &amp; Diffusion Models</a:t>
          </a:r>
        </a:p>
      </dgm:t>
    </dgm:pt>
    <dgm:pt modelId="{899C1452-8F87-FA4F-A8EC-DBBD243EF840}" type="parTrans" cxnId="{16F712E5-BD88-D047-A633-C1EFE7A2CF10}">
      <dgm:prSet/>
      <dgm:spPr/>
      <dgm:t>
        <a:bodyPr/>
        <a:lstStyle/>
        <a:p>
          <a:endParaRPr lang="de-DE"/>
        </a:p>
      </dgm:t>
    </dgm:pt>
    <dgm:pt modelId="{3B6C4295-7908-354F-9B77-6ABB3C040A9C}" type="sibTrans" cxnId="{16F712E5-BD88-D047-A633-C1EFE7A2CF10}">
      <dgm:prSet/>
      <dgm:spPr/>
      <dgm:t>
        <a:bodyPr/>
        <a:lstStyle/>
        <a:p>
          <a:endParaRPr lang="de-DE"/>
        </a:p>
      </dgm:t>
    </dgm:pt>
    <dgm:pt modelId="{8D22FB7A-5173-6442-BFC6-4E70A4BD5BE1}" type="pres">
      <dgm:prSet presAssocID="{E0A9FE63-F5C0-FA4E-B270-06C96FEB9D6E}" presName="Name0" presStyleCnt="0">
        <dgm:presLayoutVars>
          <dgm:chMax val="7"/>
          <dgm:resizeHandles val="exact"/>
        </dgm:presLayoutVars>
      </dgm:prSet>
      <dgm:spPr/>
    </dgm:pt>
    <dgm:pt modelId="{71CCAF9B-CC4B-E244-B497-2A81FA3F7414}" type="pres">
      <dgm:prSet presAssocID="{E0A9FE63-F5C0-FA4E-B270-06C96FEB9D6E}" presName="comp1" presStyleCnt="0"/>
      <dgm:spPr/>
    </dgm:pt>
    <dgm:pt modelId="{1282863A-ADB8-E94F-910D-D9F07CE017E2}" type="pres">
      <dgm:prSet presAssocID="{E0A9FE63-F5C0-FA4E-B270-06C96FEB9D6E}" presName="circle1" presStyleLbl="node1" presStyleIdx="0" presStyleCnt="5"/>
      <dgm:spPr/>
    </dgm:pt>
    <dgm:pt modelId="{1DB2A718-370B-E647-9938-A1BC10DF0BA7}" type="pres">
      <dgm:prSet presAssocID="{E0A9FE63-F5C0-FA4E-B270-06C96FEB9D6E}" presName="c1text" presStyleLbl="node1" presStyleIdx="0" presStyleCnt="5">
        <dgm:presLayoutVars>
          <dgm:bulletEnabled val="1"/>
        </dgm:presLayoutVars>
      </dgm:prSet>
      <dgm:spPr/>
    </dgm:pt>
    <dgm:pt modelId="{5EA9BEC4-D725-244D-8D37-7D5CDC54E89A}" type="pres">
      <dgm:prSet presAssocID="{E0A9FE63-F5C0-FA4E-B270-06C96FEB9D6E}" presName="comp2" presStyleCnt="0"/>
      <dgm:spPr/>
    </dgm:pt>
    <dgm:pt modelId="{0315C3C1-3C99-D940-AA08-663EF163DFA6}" type="pres">
      <dgm:prSet presAssocID="{E0A9FE63-F5C0-FA4E-B270-06C96FEB9D6E}" presName="circle2" presStyleLbl="node1" presStyleIdx="1" presStyleCnt="5"/>
      <dgm:spPr/>
    </dgm:pt>
    <dgm:pt modelId="{7D3D71A9-239C-0841-8134-551ED3DC71EE}" type="pres">
      <dgm:prSet presAssocID="{E0A9FE63-F5C0-FA4E-B270-06C96FEB9D6E}" presName="c2text" presStyleLbl="node1" presStyleIdx="1" presStyleCnt="5">
        <dgm:presLayoutVars>
          <dgm:bulletEnabled val="1"/>
        </dgm:presLayoutVars>
      </dgm:prSet>
      <dgm:spPr/>
    </dgm:pt>
    <dgm:pt modelId="{B9F362EC-9F2D-1548-BA76-6D69ABD6304B}" type="pres">
      <dgm:prSet presAssocID="{E0A9FE63-F5C0-FA4E-B270-06C96FEB9D6E}" presName="comp3" presStyleCnt="0"/>
      <dgm:spPr/>
    </dgm:pt>
    <dgm:pt modelId="{1A0CA2AB-82C0-7D4F-8AD8-14715F309017}" type="pres">
      <dgm:prSet presAssocID="{E0A9FE63-F5C0-FA4E-B270-06C96FEB9D6E}" presName="circle3" presStyleLbl="node1" presStyleIdx="2" presStyleCnt="5"/>
      <dgm:spPr/>
    </dgm:pt>
    <dgm:pt modelId="{8729BA9E-D470-824B-90D8-CDF443A2A622}" type="pres">
      <dgm:prSet presAssocID="{E0A9FE63-F5C0-FA4E-B270-06C96FEB9D6E}" presName="c3text" presStyleLbl="node1" presStyleIdx="2" presStyleCnt="5">
        <dgm:presLayoutVars>
          <dgm:bulletEnabled val="1"/>
        </dgm:presLayoutVars>
      </dgm:prSet>
      <dgm:spPr/>
    </dgm:pt>
    <dgm:pt modelId="{43FAB82D-8F28-8542-A592-E368669CEE1F}" type="pres">
      <dgm:prSet presAssocID="{E0A9FE63-F5C0-FA4E-B270-06C96FEB9D6E}" presName="comp4" presStyleCnt="0"/>
      <dgm:spPr/>
    </dgm:pt>
    <dgm:pt modelId="{78192621-F13D-DE49-9310-16B6F131B26B}" type="pres">
      <dgm:prSet presAssocID="{E0A9FE63-F5C0-FA4E-B270-06C96FEB9D6E}" presName="circle4" presStyleLbl="node1" presStyleIdx="3" presStyleCnt="5"/>
      <dgm:spPr/>
    </dgm:pt>
    <dgm:pt modelId="{AE877140-940B-5546-B0AB-269044963CFD}" type="pres">
      <dgm:prSet presAssocID="{E0A9FE63-F5C0-FA4E-B270-06C96FEB9D6E}" presName="c4text" presStyleLbl="node1" presStyleIdx="3" presStyleCnt="5">
        <dgm:presLayoutVars>
          <dgm:bulletEnabled val="1"/>
        </dgm:presLayoutVars>
      </dgm:prSet>
      <dgm:spPr/>
    </dgm:pt>
    <dgm:pt modelId="{32B94BF7-2577-C941-A2F1-82FB3B4DD1BB}" type="pres">
      <dgm:prSet presAssocID="{E0A9FE63-F5C0-FA4E-B270-06C96FEB9D6E}" presName="comp5" presStyleCnt="0"/>
      <dgm:spPr/>
    </dgm:pt>
    <dgm:pt modelId="{6F4A40D5-7CE6-5B45-864B-E8B1AAB6D611}" type="pres">
      <dgm:prSet presAssocID="{E0A9FE63-F5C0-FA4E-B270-06C96FEB9D6E}" presName="circle5" presStyleLbl="node1" presStyleIdx="4" presStyleCnt="5"/>
      <dgm:spPr/>
    </dgm:pt>
    <dgm:pt modelId="{3FD4813A-215F-3648-A717-608E0824A535}" type="pres">
      <dgm:prSet presAssocID="{E0A9FE63-F5C0-FA4E-B270-06C96FEB9D6E}" presName="c5text" presStyleLbl="node1" presStyleIdx="4" presStyleCnt="5">
        <dgm:presLayoutVars>
          <dgm:bulletEnabled val="1"/>
        </dgm:presLayoutVars>
      </dgm:prSet>
      <dgm:spPr/>
    </dgm:pt>
  </dgm:ptLst>
  <dgm:cxnLst>
    <dgm:cxn modelId="{9D3D5222-09A5-894D-9325-66A30ED53930}" type="presOf" srcId="{7D917A3B-BB76-624B-8C36-062F3D585260}" destId="{7D3D71A9-239C-0841-8134-551ED3DC71EE}" srcOrd="1" destOrd="0" presId="urn:microsoft.com/office/officeart/2005/8/layout/venn2"/>
    <dgm:cxn modelId="{2AB4B136-BB6D-0645-BAAE-77A4E504B8CC}" type="presOf" srcId="{134EE2C0-6211-844F-A202-608C98A6B3E8}" destId="{3FD4813A-215F-3648-A717-608E0824A535}" srcOrd="1" destOrd="0" presId="urn:microsoft.com/office/officeart/2005/8/layout/venn2"/>
    <dgm:cxn modelId="{DF87A340-06D7-3847-91DD-F0822988242B}" type="presOf" srcId="{0748F1F8-8621-E24E-9111-98AAAE87EDF1}" destId="{1DB2A718-370B-E647-9938-A1BC10DF0BA7}" srcOrd="1" destOrd="0" presId="urn:microsoft.com/office/officeart/2005/8/layout/venn2"/>
    <dgm:cxn modelId="{10F7DE56-B8B1-9F48-8D67-B36A0EF06736}" type="presOf" srcId="{8E79750C-EAF8-9749-94FE-362593795A44}" destId="{1A0CA2AB-82C0-7D4F-8AD8-14715F309017}" srcOrd="0" destOrd="0" presId="urn:microsoft.com/office/officeart/2005/8/layout/venn2"/>
    <dgm:cxn modelId="{D82E6E5D-1435-B84F-9C9B-335C0EEA2A41}" srcId="{E0A9FE63-F5C0-FA4E-B270-06C96FEB9D6E}" destId="{0748F1F8-8621-E24E-9111-98AAAE87EDF1}" srcOrd="0" destOrd="0" parTransId="{0C580557-A12C-C541-B8B8-663FD72E108D}" sibTransId="{AE00D003-E802-8D4C-9F8F-92333F7A3F47}"/>
    <dgm:cxn modelId="{93CC0C5F-4908-0D46-829E-40B61BC7C984}" type="presOf" srcId="{8E79750C-EAF8-9749-94FE-362593795A44}" destId="{8729BA9E-D470-824B-90D8-CDF443A2A622}" srcOrd="1" destOrd="0" presId="urn:microsoft.com/office/officeart/2005/8/layout/venn2"/>
    <dgm:cxn modelId="{FEE96363-A992-D949-9BEB-815E77854B5F}" srcId="{E0A9FE63-F5C0-FA4E-B270-06C96FEB9D6E}" destId="{7D917A3B-BB76-624B-8C36-062F3D585260}" srcOrd="1" destOrd="0" parTransId="{B9169FBE-7144-0B42-969E-3C8DD5634044}" sibTransId="{11FF87EA-E621-0C49-84F4-DCB1E618AFE2}"/>
    <dgm:cxn modelId="{777A8E6D-6DDA-0245-B5BC-83981B473591}" type="presOf" srcId="{0748F1F8-8621-E24E-9111-98AAAE87EDF1}" destId="{1282863A-ADB8-E94F-910D-D9F07CE017E2}" srcOrd="0" destOrd="0" presId="urn:microsoft.com/office/officeart/2005/8/layout/venn2"/>
    <dgm:cxn modelId="{4AD43876-5FEC-404A-9AEA-598D829AACB4}" type="presOf" srcId="{E0A9FE63-F5C0-FA4E-B270-06C96FEB9D6E}" destId="{8D22FB7A-5173-6442-BFC6-4E70A4BD5BE1}" srcOrd="0" destOrd="0" presId="urn:microsoft.com/office/officeart/2005/8/layout/venn2"/>
    <dgm:cxn modelId="{AE84D988-1ACF-7346-95E8-B27C606BC495}" srcId="{E0A9FE63-F5C0-FA4E-B270-06C96FEB9D6E}" destId="{8E79750C-EAF8-9749-94FE-362593795A44}" srcOrd="2" destOrd="0" parTransId="{3D14972D-3438-1747-90C2-F36C62709ECE}" sibTransId="{591062ED-4248-2C4E-A477-9BD6E8848495}"/>
    <dgm:cxn modelId="{59AAFC99-09B5-9C45-A08E-2BEF7C0321A6}" type="presOf" srcId="{7D917A3B-BB76-624B-8C36-062F3D585260}" destId="{0315C3C1-3C99-D940-AA08-663EF163DFA6}" srcOrd="0" destOrd="0" presId="urn:microsoft.com/office/officeart/2005/8/layout/venn2"/>
    <dgm:cxn modelId="{4DEDCFA1-0C0E-A045-BD36-B4387A1564A2}" type="presOf" srcId="{134EE2C0-6211-844F-A202-608C98A6B3E8}" destId="{6F4A40D5-7CE6-5B45-864B-E8B1AAB6D611}" srcOrd="0" destOrd="0" presId="urn:microsoft.com/office/officeart/2005/8/layout/venn2"/>
    <dgm:cxn modelId="{1254C1BC-D2D4-E446-8290-4865C45A5219}" type="presOf" srcId="{0D563E4D-98B9-6949-8090-0F206F34931D}" destId="{78192621-F13D-DE49-9310-16B6F131B26B}" srcOrd="0" destOrd="0" presId="urn:microsoft.com/office/officeart/2005/8/layout/venn2"/>
    <dgm:cxn modelId="{1B7BE6CA-E3AE-194F-9716-528903BD8C50}" srcId="{E0A9FE63-F5C0-FA4E-B270-06C96FEB9D6E}" destId="{0D563E4D-98B9-6949-8090-0F206F34931D}" srcOrd="3" destOrd="0" parTransId="{73307B65-7D51-5143-9DFF-0AB59CB728FA}" sibTransId="{DD453F59-20FC-EA4B-ADF0-35A2EDBFF011}"/>
    <dgm:cxn modelId="{E07F56D9-417B-7845-A7B4-186C8E4F5F1F}" type="presOf" srcId="{0D563E4D-98B9-6949-8090-0F206F34931D}" destId="{AE877140-940B-5546-B0AB-269044963CFD}" srcOrd="1" destOrd="0" presId="urn:microsoft.com/office/officeart/2005/8/layout/venn2"/>
    <dgm:cxn modelId="{16F712E5-BD88-D047-A633-C1EFE7A2CF10}" srcId="{E0A9FE63-F5C0-FA4E-B270-06C96FEB9D6E}" destId="{134EE2C0-6211-844F-A202-608C98A6B3E8}" srcOrd="4" destOrd="0" parTransId="{899C1452-8F87-FA4F-A8EC-DBBD243EF840}" sibTransId="{3B6C4295-7908-354F-9B77-6ABB3C040A9C}"/>
    <dgm:cxn modelId="{B3B257D6-9D8B-6449-96B1-FCF0BFE47C23}" type="presParOf" srcId="{8D22FB7A-5173-6442-BFC6-4E70A4BD5BE1}" destId="{71CCAF9B-CC4B-E244-B497-2A81FA3F7414}" srcOrd="0" destOrd="0" presId="urn:microsoft.com/office/officeart/2005/8/layout/venn2"/>
    <dgm:cxn modelId="{580038EB-4911-2B42-8B41-AB3E7166DB49}" type="presParOf" srcId="{71CCAF9B-CC4B-E244-B497-2A81FA3F7414}" destId="{1282863A-ADB8-E94F-910D-D9F07CE017E2}" srcOrd="0" destOrd="0" presId="urn:microsoft.com/office/officeart/2005/8/layout/venn2"/>
    <dgm:cxn modelId="{5B25ADE0-C210-B749-A157-09E1F71A4357}" type="presParOf" srcId="{71CCAF9B-CC4B-E244-B497-2A81FA3F7414}" destId="{1DB2A718-370B-E647-9938-A1BC10DF0BA7}" srcOrd="1" destOrd="0" presId="urn:microsoft.com/office/officeart/2005/8/layout/venn2"/>
    <dgm:cxn modelId="{0758D8A7-45CE-4248-A79E-09A3101D39A3}" type="presParOf" srcId="{8D22FB7A-5173-6442-BFC6-4E70A4BD5BE1}" destId="{5EA9BEC4-D725-244D-8D37-7D5CDC54E89A}" srcOrd="1" destOrd="0" presId="urn:microsoft.com/office/officeart/2005/8/layout/venn2"/>
    <dgm:cxn modelId="{4B8632CD-5056-C542-B3DC-F7B2B591A5D2}" type="presParOf" srcId="{5EA9BEC4-D725-244D-8D37-7D5CDC54E89A}" destId="{0315C3C1-3C99-D940-AA08-663EF163DFA6}" srcOrd="0" destOrd="0" presId="urn:microsoft.com/office/officeart/2005/8/layout/venn2"/>
    <dgm:cxn modelId="{3941A5A5-EE5D-674A-AFAC-55839DA53B43}" type="presParOf" srcId="{5EA9BEC4-D725-244D-8D37-7D5CDC54E89A}" destId="{7D3D71A9-239C-0841-8134-551ED3DC71EE}" srcOrd="1" destOrd="0" presId="urn:microsoft.com/office/officeart/2005/8/layout/venn2"/>
    <dgm:cxn modelId="{3D3661AC-E21E-5B48-8853-9DA8FD7558CD}" type="presParOf" srcId="{8D22FB7A-5173-6442-BFC6-4E70A4BD5BE1}" destId="{B9F362EC-9F2D-1548-BA76-6D69ABD6304B}" srcOrd="2" destOrd="0" presId="urn:microsoft.com/office/officeart/2005/8/layout/venn2"/>
    <dgm:cxn modelId="{44D35443-4459-C545-81C7-2FE70D355523}" type="presParOf" srcId="{B9F362EC-9F2D-1548-BA76-6D69ABD6304B}" destId="{1A0CA2AB-82C0-7D4F-8AD8-14715F309017}" srcOrd="0" destOrd="0" presId="urn:microsoft.com/office/officeart/2005/8/layout/venn2"/>
    <dgm:cxn modelId="{16171487-2E86-A44B-BA75-69218D609148}" type="presParOf" srcId="{B9F362EC-9F2D-1548-BA76-6D69ABD6304B}" destId="{8729BA9E-D470-824B-90D8-CDF443A2A622}" srcOrd="1" destOrd="0" presId="urn:microsoft.com/office/officeart/2005/8/layout/venn2"/>
    <dgm:cxn modelId="{16D09245-1C29-3F48-BAFB-4EE585767D4F}" type="presParOf" srcId="{8D22FB7A-5173-6442-BFC6-4E70A4BD5BE1}" destId="{43FAB82D-8F28-8542-A592-E368669CEE1F}" srcOrd="3" destOrd="0" presId="urn:microsoft.com/office/officeart/2005/8/layout/venn2"/>
    <dgm:cxn modelId="{95C8D7C1-472E-1446-AF7E-B1135BD5F0AD}" type="presParOf" srcId="{43FAB82D-8F28-8542-A592-E368669CEE1F}" destId="{78192621-F13D-DE49-9310-16B6F131B26B}" srcOrd="0" destOrd="0" presId="urn:microsoft.com/office/officeart/2005/8/layout/venn2"/>
    <dgm:cxn modelId="{061A2E61-DA20-7140-BA05-946C302ABF50}" type="presParOf" srcId="{43FAB82D-8F28-8542-A592-E368669CEE1F}" destId="{AE877140-940B-5546-B0AB-269044963CFD}" srcOrd="1" destOrd="0" presId="urn:microsoft.com/office/officeart/2005/8/layout/venn2"/>
    <dgm:cxn modelId="{6D6AD6B7-56A0-EF40-86B3-9B121A062E3F}" type="presParOf" srcId="{8D22FB7A-5173-6442-BFC6-4E70A4BD5BE1}" destId="{32B94BF7-2577-C941-A2F1-82FB3B4DD1BB}" srcOrd="4" destOrd="0" presId="urn:microsoft.com/office/officeart/2005/8/layout/venn2"/>
    <dgm:cxn modelId="{3B4A0873-F5C6-8741-B4CF-A2F9EB0EA658}" type="presParOf" srcId="{32B94BF7-2577-C941-A2F1-82FB3B4DD1BB}" destId="{6F4A40D5-7CE6-5B45-864B-E8B1AAB6D611}" srcOrd="0" destOrd="0" presId="urn:microsoft.com/office/officeart/2005/8/layout/venn2"/>
    <dgm:cxn modelId="{7C93D34A-344C-F54C-B512-F4FBFEC044E4}" type="presParOf" srcId="{32B94BF7-2577-C941-A2F1-82FB3B4DD1BB}" destId="{3FD4813A-215F-3648-A717-608E0824A535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14A1F8-B32E-704B-A5DB-27E22535277D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F2C38785-9D9E-1F4E-BA39-BEEA47BB88B7}">
      <dgm:prSet phldrT="[Text]"/>
      <dgm:spPr/>
      <dgm:t>
        <a:bodyPr/>
        <a:lstStyle/>
        <a:p>
          <a:r>
            <a:rPr lang="de-DE" dirty="0" err="1"/>
            <a:t>GenAI</a:t>
          </a:r>
          <a:endParaRPr lang="de-DE" dirty="0"/>
        </a:p>
      </dgm:t>
    </dgm:pt>
    <dgm:pt modelId="{8CEB0CCF-D496-D244-A908-F29376365A22}" type="parTrans" cxnId="{499988AA-2C72-754C-B583-A15463F43C19}">
      <dgm:prSet/>
      <dgm:spPr/>
      <dgm:t>
        <a:bodyPr/>
        <a:lstStyle/>
        <a:p>
          <a:endParaRPr lang="de-DE"/>
        </a:p>
      </dgm:t>
    </dgm:pt>
    <dgm:pt modelId="{21498D43-1AB0-3748-952A-69095CC972F9}" type="sibTrans" cxnId="{499988AA-2C72-754C-B583-A15463F43C19}">
      <dgm:prSet/>
      <dgm:spPr/>
      <dgm:t>
        <a:bodyPr/>
        <a:lstStyle/>
        <a:p>
          <a:endParaRPr lang="de-DE"/>
        </a:p>
      </dgm:t>
    </dgm:pt>
    <dgm:pt modelId="{6EA310B5-3A5B-B044-A5CD-7C72A17DC663}">
      <dgm:prSet phldrT="[Text]"/>
      <dgm:spPr/>
      <dgm:t>
        <a:bodyPr/>
        <a:lstStyle/>
        <a:p>
          <a:r>
            <a:rPr lang="de-DE" dirty="0"/>
            <a:t>Piece </a:t>
          </a:r>
          <a:r>
            <a:rPr lang="de-DE" dirty="0" err="1"/>
            <a:t>of</a:t>
          </a:r>
          <a:r>
            <a:rPr lang="de-DE" dirty="0"/>
            <a:t> Art</a:t>
          </a:r>
        </a:p>
      </dgm:t>
    </dgm:pt>
    <dgm:pt modelId="{54F1E7DA-341B-D442-ACF8-EF8F3A122582}" type="parTrans" cxnId="{465AB314-B591-7849-BF8D-B067D1D3E2B0}">
      <dgm:prSet/>
      <dgm:spPr/>
      <dgm:t>
        <a:bodyPr/>
        <a:lstStyle/>
        <a:p>
          <a:endParaRPr lang="de-DE"/>
        </a:p>
      </dgm:t>
    </dgm:pt>
    <dgm:pt modelId="{04450A8E-491F-5E4E-AC14-CD7DA17ED2A5}" type="sibTrans" cxnId="{465AB314-B591-7849-BF8D-B067D1D3E2B0}">
      <dgm:prSet/>
      <dgm:spPr/>
      <dgm:t>
        <a:bodyPr/>
        <a:lstStyle/>
        <a:p>
          <a:endParaRPr lang="de-DE"/>
        </a:p>
      </dgm:t>
    </dgm:pt>
    <dgm:pt modelId="{C969907A-4362-434D-9EAF-659517B3FF45}" type="pres">
      <dgm:prSet presAssocID="{2414A1F8-B32E-704B-A5DB-27E22535277D}" presName="Name0" presStyleCnt="0">
        <dgm:presLayoutVars>
          <dgm:dir/>
          <dgm:resizeHandles val="exact"/>
        </dgm:presLayoutVars>
      </dgm:prSet>
      <dgm:spPr/>
    </dgm:pt>
    <dgm:pt modelId="{FB76416C-DD7D-904A-A2C3-2C5A2B578EF8}" type="pres">
      <dgm:prSet presAssocID="{F2C38785-9D9E-1F4E-BA39-BEEA47BB88B7}" presName="parTxOnly" presStyleLbl="node1" presStyleIdx="0" presStyleCnt="2">
        <dgm:presLayoutVars>
          <dgm:bulletEnabled val="1"/>
        </dgm:presLayoutVars>
      </dgm:prSet>
      <dgm:spPr/>
    </dgm:pt>
    <dgm:pt modelId="{77D614EF-B3E4-DC46-BECC-46B5ADB5707C}" type="pres">
      <dgm:prSet presAssocID="{21498D43-1AB0-3748-952A-69095CC972F9}" presName="parSpace" presStyleCnt="0"/>
      <dgm:spPr/>
    </dgm:pt>
    <dgm:pt modelId="{552A9F1A-73F3-2840-A435-FE4B2AD1F990}" type="pres">
      <dgm:prSet presAssocID="{6EA310B5-3A5B-B044-A5CD-7C72A17DC66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465AB314-B591-7849-BF8D-B067D1D3E2B0}" srcId="{2414A1F8-B32E-704B-A5DB-27E22535277D}" destId="{6EA310B5-3A5B-B044-A5CD-7C72A17DC663}" srcOrd="1" destOrd="0" parTransId="{54F1E7DA-341B-D442-ACF8-EF8F3A122582}" sibTransId="{04450A8E-491F-5E4E-AC14-CD7DA17ED2A5}"/>
    <dgm:cxn modelId="{419D6133-6F26-B54E-AD52-117615F15CE5}" type="presOf" srcId="{F2C38785-9D9E-1F4E-BA39-BEEA47BB88B7}" destId="{FB76416C-DD7D-904A-A2C3-2C5A2B578EF8}" srcOrd="0" destOrd="0" presId="urn:microsoft.com/office/officeart/2005/8/layout/hChevron3"/>
    <dgm:cxn modelId="{DA0A2046-AE6B-0C4A-A89C-8447E9FA5A50}" type="presOf" srcId="{6EA310B5-3A5B-B044-A5CD-7C72A17DC663}" destId="{552A9F1A-73F3-2840-A435-FE4B2AD1F990}" srcOrd="0" destOrd="0" presId="urn:microsoft.com/office/officeart/2005/8/layout/hChevron3"/>
    <dgm:cxn modelId="{6FE41178-9FC9-EF47-BDB2-E8D5BE6CB386}" type="presOf" srcId="{2414A1F8-B32E-704B-A5DB-27E22535277D}" destId="{C969907A-4362-434D-9EAF-659517B3FF45}" srcOrd="0" destOrd="0" presId="urn:microsoft.com/office/officeart/2005/8/layout/hChevron3"/>
    <dgm:cxn modelId="{499988AA-2C72-754C-B583-A15463F43C19}" srcId="{2414A1F8-B32E-704B-A5DB-27E22535277D}" destId="{F2C38785-9D9E-1F4E-BA39-BEEA47BB88B7}" srcOrd="0" destOrd="0" parTransId="{8CEB0CCF-D496-D244-A908-F29376365A22}" sibTransId="{21498D43-1AB0-3748-952A-69095CC972F9}"/>
    <dgm:cxn modelId="{3FA9B8E5-9BB4-E840-9A59-F5F7604E31C6}" type="presParOf" srcId="{C969907A-4362-434D-9EAF-659517B3FF45}" destId="{FB76416C-DD7D-904A-A2C3-2C5A2B578EF8}" srcOrd="0" destOrd="0" presId="urn:microsoft.com/office/officeart/2005/8/layout/hChevron3"/>
    <dgm:cxn modelId="{DA5C7649-0FEE-F044-AAF6-F88BB380BCA7}" type="presParOf" srcId="{C969907A-4362-434D-9EAF-659517B3FF45}" destId="{77D614EF-B3E4-DC46-BECC-46B5ADB5707C}" srcOrd="1" destOrd="0" presId="urn:microsoft.com/office/officeart/2005/8/layout/hChevron3"/>
    <dgm:cxn modelId="{C29A3725-823D-A049-8933-68D05BCB3197}" type="presParOf" srcId="{C969907A-4362-434D-9EAF-659517B3FF45}" destId="{552A9F1A-73F3-2840-A435-FE4B2AD1F990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6D5289-D1D9-B348-BB40-EB6861203B23}" type="doc">
      <dgm:prSet loTypeId="urn:microsoft.com/office/officeart/2005/8/layout/cycl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22A9EDD-3C72-C448-907F-F945CB962563}">
      <dgm:prSet phldrT="[Text]"/>
      <dgm:spPr/>
      <dgm:t>
        <a:bodyPr/>
        <a:lstStyle/>
        <a:p>
          <a:r>
            <a:rPr lang="de-DE" dirty="0" err="1">
              <a:solidFill>
                <a:schemeClr val="bg1"/>
              </a:solidFill>
            </a:rPr>
            <a:t>Audience</a:t>
          </a:r>
          <a:r>
            <a:rPr lang="de-DE" dirty="0">
              <a:solidFill>
                <a:schemeClr val="bg1"/>
              </a:solidFill>
            </a:rPr>
            <a:t>,</a:t>
          </a:r>
        </a:p>
        <a:p>
          <a:r>
            <a:rPr lang="de-DE" dirty="0" err="1">
              <a:solidFill>
                <a:schemeClr val="bg1"/>
              </a:solidFill>
            </a:rPr>
            <a:t>Spectator</a:t>
          </a:r>
          <a:endParaRPr lang="de-DE" dirty="0">
            <a:solidFill>
              <a:schemeClr val="bg1"/>
            </a:solidFill>
          </a:endParaRPr>
        </a:p>
      </dgm:t>
    </dgm:pt>
    <dgm:pt modelId="{ADBDF6F0-C7DD-6543-924A-0C5B1B5FA2AA}" type="parTrans" cxnId="{4C626844-4418-8245-AA08-7752B439E833}">
      <dgm:prSet/>
      <dgm:spPr/>
      <dgm:t>
        <a:bodyPr/>
        <a:lstStyle/>
        <a:p>
          <a:endParaRPr lang="de-DE"/>
        </a:p>
      </dgm:t>
    </dgm:pt>
    <dgm:pt modelId="{A47068E9-BD5F-5343-9290-0613DA9433DE}" type="sibTrans" cxnId="{4C626844-4418-8245-AA08-7752B439E833}">
      <dgm:prSet/>
      <dgm:spPr/>
      <dgm:t>
        <a:bodyPr/>
        <a:lstStyle/>
        <a:p>
          <a:endParaRPr lang="de-DE"/>
        </a:p>
      </dgm:t>
    </dgm:pt>
    <dgm:pt modelId="{5862AE75-B957-424C-83A8-EA43207EB6A4}">
      <dgm:prSet phldrT="[Text]"/>
      <dgm:spPr/>
      <dgm:t>
        <a:bodyPr/>
        <a:lstStyle/>
        <a:p>
          <a:r>
            <a:rPr lang="de-DE" dirty="0">
              <a:solidFill>
                <a:schemeClr val="bg1"/>
              </a:solidFill>
            </a:rPr>
            <a:t>Interface,</a:t>
          </a:r>
        </a:p>
        <a:p>
          <a:r>
            <a:rPr lang="de-DE" dirty="0">
              <a:solidFill>
                <a:schemeClr val="bg1"/>
              </a:solidFill>
            </a:rPr>
            <a:t>Mediator,</a:t>
          </a:r>
        </a:p>
      </dgm:t>
    </dgm:pt>
    <dgm:pt modelId="{4948F13E-F382-794D-8829-D797B3B30388}" type="parTrans" cxnId="{F5058DCA-97EA-8249-824D-A81CF9F9DD81}">
      <dgm:prSet/>
      <dgm:spPr/>
      <dgm:t>
        <a:bodyPr/>
        <a:lstStyle/>
        <a:p>
          <a:endParaRPr lang="de-DE"/>
        </a:p>
      </dgm:t>
    </dgm:pt>
    <dgm:pt modelId="{5359A9B8-D3C3-C74D-B7E8-259CCBDB0A20}" type="sibTrans" cxnId="{F5058DCA-97EA-8249-824D-A81CF9F9DD81}">
      <dgm:prSet/>
      <dgm:spPr/>
      <dgm:t>
        <a:bodyPr/>
        <a:lstStyle/>
        <a:p>
          <a:endParaRPr lang="de-DE"/>
        </a:p>
      </dgm:t>
    </dgm:pt>
    <dgm:pt modelId="{75C7C042-7568-194A-A18D-83B1CAC5BDEE}">
      <dgm:prSet phldrT="[Text]"/>
      <dgm:spPr/>
      <dgm:t>
        <a:bodyPr/>
        <a:lstStyle/>
        <a:p>
          <a:r>
            <a:rPr lang="de-DE" dirty="0" err="1">
              <a:solidFill>
                <a:schemeClr val="bg1"/>
              </a:solidFill>
            </a:rPr>
            <a:t>GenAI</a:t>
          </a:r>
          <a:endParaRPr lang="de-DE" dirty="0">
            <a:solidFill>
              <a:schemeClr val="bg1"/>
            </a:solidFill>
          </a:endParaRPr>
        </a:p>
      </dgm:t>
    </dgm:pt>
    <dgm:pt modelId="{6D729D1B-1558-184E-BED2-390C65FF48BB}" type="parTrans" cxnId="{C3957BD9-612A-DF4A-868A-A66423015930}">
      <dgm:prSet/>
      <dgm:spPr/>
      <dgm:t>
        <a:bodyPr/>
        <a:lstStyle/>
        <a:p>
          <a:endParaRPr lang="de-DE"/>
        </a:p>
      </dgm:t>
    </dgm:pt>
    <dgm:pt modelId="{60F963DA-4D1B-FF4C-B789-F1552DD23D9F}" type="sibTrans" cxnId="{C3957BD9-612A-DF4A-868A-A66423015930}">
      <dgm:prSet/>
      <dgm:spPr/>
      <dgm:t>
        <a:bodyPr/>
        <a:lstStyle/>
        <a:p>
          <a:endParaRPr lang="de-DE"/>
        </a:p>
      </dgm:t>
    </dgm:pt>
    <dgm:pt modelId="{697C97B3-984F-EB4D-9B54-9502A3898E84}">
      <dgm:prSet phldrT="[Text]"/>
      <dgm:spPr/>
      <dgm:t>
        <a:bodyPr/>
        <a:lstStyle/>
        <a:p>
          <a:r>
            <a:rPr lang="de-DE" dirty="0">
              <a:solidFill>
                <a:schemeClr val="bg1"/>
              </a:solidFill>
            </a:rPr>
            <a:t>Output</a:t>
          </a:r>
        </a:p>
      </dgm:t>
    </dgm:pt>
    <dgm:pt modelId="{207CB1B9-AE34-EC42-A257-D32DC5339049}" type="parTrans" cxnId="{D3E9D5DA-09CF-8947-80FE-4A5100869E6F}">
      <dgm:prSet/>
      <dgm:spPr/>
      <dgm:t>
        <a:bodyPr/>
        <a:lstStyle/>
        <a:p>
          <a:endParaRPr lang="de-DE"/>
        </a:p>
      </dgm:t>
    </dgm:pt>
    <dgm:pt modelId="{3751ED0C-5681-564E-B507-25F951D932CE}" type="sibTrans" cxnId="{D3E9D5DA-09CF-8947-80FE-4A5100869E6F}">
      <dgm:prSet/>
      <dgm:spPr/>
      <dgm:t>
        <a:bodyPr/>
        <a:lstStyle/>
        <a:p>
          <a:endParaRPr lang="de-DE"/>
        </a:p>
      </dgm:t>
    </dgm:pt>
    <dgm:pt modelId="{2AC88824-91CA-FB40-B566-CDF17A75F067}">
      <dgm:prSet phldrT="[Text]"/>
      <dgm:spPr/>
      <dgm:t>
        <a:bodyPr/>
        <a:lstStyle/>
        <a:p>
          <a:r>
            <a:rPr lang="de-DE" dirty="0">
              <a:solidFill>
                <a:schemeClr val="bg1"/>
              </a:solidFill>
            </a:rPr>
            <a:t>Interface,</a:t>
          </a:r>
        </a:p>
        <a:p>
          <a:r>
            <a:rPr lang="de-DE" dirty="0">
              <a:solidFill>
                <a:schemeClr val="bg1"/>
              </a:solidFill>
            </a:rPr>
            <a:t>Mediator</a:t>
          </a:r>
        </a:p>
      </dgm:t>
    </dgm:pt>
    <dgm:pt modelId="{C2E730E2-B3AC-9845-A69F-2B255D0E21F8}" type="parTrans" cxnId="{E67E54C6-1CCC-F247-AE2B-A87BC7248859}">
      <dgm:prSet/>
      <dgm:spPr/>
      <dgm:t>
        <a:bodyPr/>
        <a:lstStyle/>
        <a:p>
          <a:endParaRPr lang="de-DE"/>
        </a:p>
      </dgm:t>
    </dgm:pt>
    <dgm:pt modelId="{0201F99A-0884-1D45-8C1E-043177665E9C}" type="sibTrans" cxnId="{E67E54C6-1CCC-F247-AE2B-A87BC7248859}">
      <dgm:prSet/>
      <dgm:spPr/>
      <dgm:t>
        <a:bodyPr/>
        <a:lstStyle/>
        <a:p>
          <a:endParaRPr lang="de-DE"/>
        </a:p>
      </dgm:t>
    </dgm:pt>
    <dgm:pt modelId="{1FE0A69F-8918-A249-AFFB-DCEEC236EA82}" type="pres">
      <dgm:prSet presAssocID="{176D5289-D1D9-B348-BB40-EB6861203B23}" presName="cycle" presStyleCnt="0">
        <dgm:presLayoutVars>
          <dgm:dir/>
          <dgm:resizeHandles val="exact"/>
        </dgm:presLayoutVars>
      </dgm:prSet>
      <dgm:spPr/>
    </dgm:pt>
    <dgm:pt modelId="{16EB3A79-B1AC-C94D-83F6-2A5CC5EC1627}" type="pres">
      <dgm:prSet presAssocID="{822A9EDD-3C72-C448-907F-F945CB962563}" presName="dummy" presStyleCnt="0"/>
      <dgm:spPr/>
    </dgm:pt>
    <dgm:pt modelId="{F9585414-CEB9-F74C-AE26-968419520E1D}" type="pres">
      <dgm:prSet presAssocID="{822A9EDD-3C72-C448-907F-F945CB962563}" presName="node" presStyleLbl="revTx" presStyleIdx="0" presStyleCnt="5">
        <dgm:presLayoutVars>
          <dgm:bulletEnabled val="1"/>
        </dgm:presLayoutVars>
      </dgm:prSet>
      <dgm:spPr/>
    </dgm:pt>
    <dgm:pt modelId="{A1604827-988A-8A46-9E85-03E98F8BB390}" type="pres">
      <dgm:prSet presAssocID="{A47068E9-BD5F-5343-9290-0613DA9433DE}" presName="sibTrans" presStyleLbl="node1" presStyleIdx="0" presStyleCnt="5"/>
      <dgm:spPr/>
    </dgm:pt>
    <dgm:pt modelId="{BD363F59-7E08-1441-AA01-32D1100A43C5}" type="pres">
      <dgm:prSet presAssocID="{5862AE75-B957-424C-83A8-EA43207EB6A4}" presName="dummy" presStyleCnt="0"/>
      <dgm:spPr/>
    </dgm:pt>
    <dgm:pt modelId="{9549FD97-38F5-3447-9AA7-7C4AFAAB45F8}" type="pres">
      <dgm:prSet presAssocID="{5862AE75-B957-424C-83A8-EA43207EB6A4}" presName="node" presStyleLbl="revTx" presStyleIdx="1" presStyleCnt="5">
        <dgm:presLayoutVars>
          <dgm:bulletEnabled val="1"/>
        </dgm:presLayoutVars>
      </dgm:prSet>
      <dgm:spPr/>
    </dgm:pt>
    <dgm:pt modelId="{16309BD7-A986-6F44-834B-F88DFFCE5170}" type="pres">
      <dgm:prSet presAssocID="{5359A9B8-D3C3-C74D-B7E8-259CCBDB0A20}" presName="sibTrans" presStyleLbl="node1" presStyleIdx="1" presStyleCnt="5"/>
      <dgm:spPr/>
    </dgm:pt>
    <dgm:pt modelId="{BFA7FCA4-DC83-C845-BA74-8922AFA4AE78}" type="pres">
      <dgm:prSet presAssocID="{75C7C042-7568-194A-A18D-83B1CAC5BDEE}" presName="dummy" presStyleCnt="0"/>
      <dgm:spPr/>
    </dgm:pt>
    <dgm:pt modelId="{5B7F1F1F-850C-7341-A673-7B5EFE80A2CD}" type="pres">
      <dgm:prSet presAssocID="{75C7C042-7568-194A-A18D-83B1CAC5BDEE}" presName="node" presStyleLbl="revTx" presStyleIdx="2" presStyleCnt="5">
        <dgm:presLayoutVars>
          <dgm:bulletEnabled val="1"/>
        </dgm:presLayoutVars>
      </dgm:prSet>
      <dgm:spPr/>
    </dgm:pt>
    <dgm:pt modelId="{214E9C43-EF37-D047-91E7-543E6C7E9D85}" type="pres">
      <dgm:prSet presAssocID="{60F963DA-4D1B-FF4C-B789-F1552DD23D9F}" presName="sibTrans" presStyleLbl="node1" presStyleIdx="2" presStyleCnt="5"/>
      <dgm:spPr/>
    </dgm:pt>
    <dgm:pt modelId="{79EBC869-6D6D-9D4F-A5BD-740B8E195740}" type="pres">
      <dgm:prSet presAssocID="{697C97B3-984F-EB4D-9B54-9502A3898E84}" presName="dummy" presStyleCnt="0"/>
      <dgm:spPr/>
    </dgm:pt>
    <dgm:pt modelId="{BA634955-903B-E14A-A9CF-5957719EA341}" type="pres">
      <dgm:prSet presAssocID="{697C97B3-984F-EB4D-9B54-9502A3898E84}" presName="node" presStyleLbl="revTx" presStyleIdx="3" presStyleCnt="5">
        <dgm:presLayoutVars>
          <dgm:bulletEnabled val="1"/>
        </dgm:presLayoutVars>
      </dgm:prSet>
      <dgm:spPr/>
    </dgm:pt>
    <dgm:pt modelId="{CFB72396-F515-C745-BC7A-B4257740DDC5}" type="pres">
      <dgm:prSet presAssocID="{3751ED0C-5681-564E-B507-25F951D932CE}" presName="sibTrans" presStyleLbl="node1" presStyleIdx="3" presStyleCnt="5"/>
      <dgm:spPr/>
    </dgm:pt>
    <dgm:pt modelId="{58BE1529-E86B-0246-ABD5-D08E6DAAF342}" type="pres">
      <dgm:prSet presAssocID="{2AC88824-91CA-FB40-B566-CDF17A75F067}" presName="dummy" presStyleCnt="0"/>
      <dgm:spPr/>
    </dgm:pt>
    <dgm:pt modelId="{62B10056-105B-984B-9914-1E64E283684B}" type="pres">
      <dgm:prSet presAssocID="{2AC88824-91CA-FB40-B566-CDF17A75F067}" presName="node" presStyleLbl="revTx" presStyleIdx="4" presStyleCnt="5">
        <dgm:presLayoutVars>
          <dgm:bulletEnabled val="1"/>
        </dgm:presLayoutVars>
      </dgm:prSet>
      <dgm:spPr/>
    </dgm:pt>
    <dgm:pt modelId="{47344570-A5D7-7544-AC0B-83145B5DF3FD}" type="pres">
      <dgm:prSet presAssocID="{0201F99A-0884-1D45-8C1E-043177665E9C}" presName="sibTrans" presStyleLbl="node1" presStyleIdx="4" presStyleCnt="5"/>
      <dgm:spPr/>
    </dgm:pt>
  </dgm:ptLst>
  <dgm:cxnLst>
    <dgm:cxn modelId="{9B2FD704-22AF-3C4A-B0D8-EA0BADB7E6C3}" type="presOf" srcId="{0201F99A-0884-1D45-8C1E-043177665E9C}" destId="{47344570-A5D7-7544-AC0B-83145B5DF3FD}" srcOrd="0" destOrd="0" presId="urn:microsoft.com/office/officeart/2005/8/layout/cycle1"/>
    <dgm:cxn modelId="{1AFB600F-E8B3-CA4B-883A-57E90A3301C0}" type="presOf" srcId="{A47068E9-BD5F-5343-9290-0613DA9433DE}" destId="{A1604827-988A-8A46-9E85-03E98F8BB390}" srcOrd="0" destOrd="0" presId="urn:microsoft.com/office/officeart/2005/8/layout/cycle1"/>
    <dgm:cxn modelId="{19D3D126-4FE2-9B40-A966-9D3161EFE018}" type="presOf" srcId="{2AC88824-91CA-FB40-B566-CDF17A75F067}" destId="{62B10056-105B-984B-9914-1E64E283684B}" srcOrd="0" destOrd="0" presId="urn:microsoft.com/office/officeart/2005/8/layout/cycle1"/>
    <dgm:cxn modelId="{4C626844-4418-8245-AA08-7752B439E833}" srcId="{176D5289-D1D9-B348-BB40-EB6861203B23}" destId="{822A9EDD-3C72-C448-907F-F945CB962563}" srcOrd="0" destOrd="0" parTransId="{ADBDF6F0-C7DD-6543-924A-0C5B1B5FA2AA}" sibTransId="{A47068E9-BD5F-5343-9290-0613DA9433DE}"/>
    <dgm:cxn modelId="{8D833649-F26F-E242-9D2E-6305E0F981F3}" type="presOf" srcId="{822A9EDD-3C72-C448-907F-F945CB962563}" destId="{F9585414-CEB9-F74C-AE26-968419520E1D}" srcOrd="0" destOrd="0" presId="urn:microsoft.com/office/officeart/2005/8/layout/cycle1"/>
    <dgm:cxn modelId="{1D301F82-0428-B840-8C84-CF6069461C8D}" type="presOf" srcId="{176D5289-D1D9-B348-BB40-EB6861203B23}" destId="{1FE0A69F-8918-A249-AFFB-DCEEC236EA82}" srcOrd="0" destOrd="0" presId="urn:microsoft.com/office/officeart/2005/8/layout/cycle1"/>
    <dgm:cxn modelId="{1FEA5589-926F-574F-89AB-3C468685734F}" type="presOf" srcId="{3751ED0C-5681-564E-B507-25F951D932CE}" destId="{CFB72396-F515-C745-BC7A-B4257740DDC5}" srcOrd="0" destOrd="0" presId="urn:microsoft.com/office/officeart/2005/8/layout/cycle1"/>
    <dgm:cxn modelId="{B1D1E894-DFEA-5C4B-BF60-55D4D220BB2E}" type="presOf" srcId="{75C7C042-7568-194A-A18D-83B1CAC5BDEE}" destId="{5B7F1F1F-850C-7341-A673-7B5EFE80A2CD}" srcOrd="0" destOrd="0" presId="urn:microsoft.com/office/officeart/2005/8/layout/cycle1"/>
    <dgm:cxn modelId="{9D96FDAD-1FEC-2342-957A-EBE76CE56169}" type="presOf" srcId="{5862AE75-B957-424C-83A8-EA43207EB6A4}" destId="{9549FD97-38F5-3447-9AA7-7C4AFAAB45F8}" srcOrd="0" destOrd="0" presId="urn:microsoft.com/office/officeart/2005/8/layout/cycle1"/>
    <dgm:cxn modelId="{69658DC1-8E47-AA4C-85BB-BC98D93CBDA0}" type="presOf" srcId="{60F963DA-4D1B-FF4C-B789-F1552DD23D9F}" destId="{214E9C43-EF37-D047-91E7-543E6C7E9D85}" srcOrd="0" destOrd="0" presId="urn:microsoft.com/office/officeart/2005/8/layout/cycle1"/>
    <dgm:cxn modelId="{E67E54C6-1CCC-F247-AE2B-A87BC7248859}" srcId="{176D5289-D1D9-B348-BB40-EB6861203B23}" destId="{2AC88824-91CA-FB40-B566-CDF17A75F067}" srcOrd="4" destOrd="0" parTransId="{C2E730E2-B3AC-9845-A69F-2B255D0E21F8}" sibTransId="{0201F99A-0884-1D45-8C1E-043177665E9C}"/>
    <dgm:cxn modelId="{F5058DCA-97EA-8249-824D-A81CF9F9DD81}" srcId="{176D5289-D1D9-B348-BB40-EB6861203B23}" destId="{5862AE75-B957-424C-83A8-EA43207EB6A4}" srcOrd="1" destOrd="0" parTransId="{4948F13E-F382-794D-8829-D797B3B30388}" sibTransId="{5359A9B8-D3C3-C74D-B7E8-259CCBDB0A20}"/>
    <dgm:cxn modelId="{1E7D51D4-883C-2249-9E0E-507FCCC7CCFD}" type="presOf" srcId="{5359A9B8-D3C3-C74D-B7E8-259CCBDB0A20}" destId="{16309BD7-A986-6F44-834B-F88DFFCE5170}" srcOrd="0" destOrd="0" presId="urn:microsoft.com/office/officeart/2005/8/layout/cycle1"/>
    <dgm:cxn modelId="{C3957BD9-612A-DF4A-868A-A66423015930}" srcId="{176D5289-D1D9-B348-BB40-EB6861203B23}" destId="{75C7C042-7568-194A-A18D-83B1CAC5BDEE}" srcOrd="2" destOrd="0" parTransId="{6D729D1B-1558-184E-BED2-390C65FF48BB}" sibTransId="{60F963DA-4D1B-FF4C-B789-F1552DD23D9F}"/>
    <dgm:cxn modelId="{D3E9D5DA-09CF-8947-80FE-4A5100869E6F}" srcId="{176D5289-D1D9-B348-BB40-EB6861203B23}" destId="{697C97B3-984F-EB4D-9B54-9502A3898E84}" srcOrd="3" destOrd="0" parTransId="{207CB1B9-AE34-EC42-A257-D32DC5339049}" sibTransId="{3751ED0C-5681-564E-B507-25F951D932CE}"/>
    <dgm:cxn modelId="{7906F8E2-CCB4-3441-A7FD-58753989E7EA}" type="presOf" srcId="{697C97B3-984F-EB4D-9B54-9502A3898E84}" destId="{BA634955-903B-E14A-A9CF-5957719EA341}" srcOrd="0" destOrd="0" presId="urn:microsoft.com/office/officeart/2005/8/layout/cycle1"/>
    <dgm:cxn modelId="{F1BCA551-2CE0-D849-A081-80A7D7B7F37D}" type="presParOf" srcId="{1FE0A69F-8918-A249-AFFB-DCEEC236EA82}" destId="{16EB3A79-B1AC-C94D-83F6-2A5CC5EC1627}" srcOrd="0" destOrd="0" presId="urn:microsoft.com/office/officeart/2005/8/layout/cycle1"/>
    <dgm:cxn modelId="{581B5E14-C9AF-894C-B33B-D0DCC6D8004B}" type="presParOf" srcId="{1FE0A69F-8918-A249-AFFB-DCEEC236EA82}" destId="{F9585414-CEB9-F74C-AE26-968419520E1D}" srcOrd="1" destOrd="0" presId="urn:microsoft.com/office/officeart/2005/8/layout/cycle1"/>
    <dgm:cxn modelId="{07369172-79D4-BB42-870C-EE1A845FDF34}" type="presParOf" srcId="{1FE0A69F-8918-A249-AFFB-DCEEC236EA82}" destId="{A1604827-988A-8A46-9E85-03E98F8BB390}" srcOrd="2" destOrd="0" presId="urn:microsoft.com/office/officeart/2005/8/layout/cycle1"/>
    <dgm:cxn modelId="{B216D77D-C14F-384B-822F-B0F0FB479474}" type="presParOf" srcId="{1FE0A69F-8918-A249-AFFB-DCEEC236EA82}" destId="{BD363F59-7E08-1441-AA01-32D1100A43C5}" srcOrd="3" destOrd="0" presId="urn:microsoft.com/office/officeart/2005/8/layout/cycle1"/>
    <dgm:cxn modelId="{9FC05434-3F3E-164C-80D7-0B50D5E22EF7}" type="presParOf" srcId="{1FE0A69F-8918-A249-AFFB-DCEEC236EA82}" destId="{9549FD97-38F5-3447-9AA7-7C4AFAAB45F8}" srcOrd="4" destOrd="0" presId="urn:microsoft.com/office/officeart/2005/8/layout/cycle1"/>
    <dgm:cxn modelId="{3798C5CE-8139-8D42-BF20-9BBE7D9F53F4}" type="presParOf" srcId="{1FE0A69F-8918-A249-AFFB-DCEEC236EA82}" destId="{16309BD7-A986-6F44-834B-F88DFFCE5170}" srcOrd="5" destOrd="0" presId="urn:microsoft.com/office/officeart/2005/8/layout/cycle1"/>
    <dgm:cxn modelId="{FDC09416-7421-4F42-873C-43B4D411A5B0}" type="presParOf" srcId="{1FE0A69F-8918-A249-AFFB-DCEEC236EA82}" destId="{BFA7FCA4-DC83-C845-BA74-8922AFA4AE78}" srcOrd="6" destOrd="0" presId="urn:microsoft.com/office/officeart/2005/8/layout/cycle1"/>
    <dgm:cxn modelId="{0C8D3B91-AAB8-3042-81A9-BC007BFE4E89}" type="presParOf" srcId="{1FE0A69F-8918-A249-AFFB-DCEEC236EA82}" destId="{5B7F1F1F-850C-7341-A673-7B5EFE80A2CD}" srcOrd="7" destOrd="0" presId="urn:microsoft.com/office/officeart/2005/8/layout/cycle1"/>
    <dgm:cxn modelId="{0C41CC67-E872-D545-A182-3467E230F73C}" type="presParOf" srcId="{1FE0A69F-8918-A249-AFFB-DCEEC236EA82}" destId="{214E9C43-EF37-D047-91E7-543E6C7E9D85}" srcOrd="8" destOrd="0" presId="urn:microsoft.com/office/officeart/2005/8/layout/cycle1"/>
    <dgm:cxn modelId="{65F54E30-0809-E141-88D5-072E1009F362}" type="presParOf" srcId="{1FE0A69F-8918-A249-AFFB-DCEEC236EA82}" destId="{79EBC869-6D6D-9D4F-A5BD-740B8E195740}" srcOrd="9" destOrd="0" presId="urn:microsoft.com/office/officeart/2005/8/layout/cycle1"/>
    <dgm:cxn modelId="{CC474C1B-D7E5-5247-B248-FE544CA3693D}" type="presParOf" srcId="{1FE0A69F-8918-A249-AFFB-DCEEC236EA82}" destId="{BA634955-903B-E14A-A9CF-5957719EA341}" srcOrd="10" destOrd="0" presId="urn:microsoft.com/office/officeart/2005/8/layout/cycle1"/>
    <dgm:cxn modelId="{FF20308D-145B-854A-AFD3-1AADF0122310}" type="presParOf" srcId="{1FE0A69F-8918-A249-AFFB-DCEEC236EA82}" destId="{CFB72396-F515-C745-BC7A-B4257740DDC5}" srcOrd="11" destOrd="0" presId="urn:microsoft.com/office/officeart/2005/8/layout/cycle1"/>
    <dgm:cxn modelId="{ECD6ED0E-84FC-AA40-ACD1-DCB179B825DA}" type="presParOf" srcId="{1FE0A69F-8918-A249-AFFB-DCEEC236EA82}" destId="{58BE1529-E86B-0246-ABD5-D08E6DAAF342}" srcOrd="12" destOrd="0" presId="urn:microsoft.com/office/officeart/2005/8/layout/cycle1"/>
    <dgm:cxn modelId="{6328EA7B-7F0F-B742-BE5D-1A7E86455825}" type="presParOf" srcId="{1FE0A69F-8918-A249-AFFB-DCEEC236EA82}" destId="{62B10056-105B-984B-9914-1E64E283684B}" srcOrd="13" destOrd="0" presId="urn:microsoft.com/office/officeart/2005/8/layout/cycle1"/>
    <dgm:cxn modelId="{DB87CED7-6A15-2149-B669-0791826D5A38}" type="presParOf" srcId="{1FE0A69F-8918-A249-AFFB-DCEEC236EA82}" destId="{47344570-A5D7-7544-AC0B-83145B5DF3FD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2863A-ADB8-E94F-910D-D9F07CE017E2}">
      <dsp:nvSpPr>
        <dsp:cNvPr id="0" name=""/>
        <dsp:cNvSpPr/>
      </dsp:nvSpPr>
      <dsp:spPr>
        <a:xfrm>
          <a:off x="1354666" y="0"/>
          <a:ext cx="5418667" cy="5418667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>
              <a:solidFill>
                <a:schemeClr val="bg1"/>
              </a:solidFill>
            </a:rPr>
            <a:t>WEAK AI</a:t>
          </a:r>
          <a:endParaRPr lang="de-DE" sz="1500" kern="1200" dirty="0">
            <a:solidFill>
              <a:schemeClr val="bg1"/>
            </a:solidFill>
          </a:endParaRPr>
        </a:p>
      </dsp:txBody>
      <dsp:txXfrm>
        <a:off x="3047999" y="270933"/>
        <a:ext cx="2032000" cy="541866"/>
      </dsp:txXfrm>
    </dsp:sp>
    <dsp:sp modelId="{0315C3C1-3C99-D940-AA08-663EF163DFA6}">
      <dsp:nvSpPr>
        <dsp:cNvPr id="0" name=""/>
        <dsp:cNvSpPr/>
      </dsp:nvSpPr>
      <dsp:spPr>
        <a:xfrm>
          <a:off x="1761066" y="812800"/>
          <a:ext cx="4605866" cy="460586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solidFill>
                <a:schemeClr val="tx1"/>
              </a:solidFill>
            </a:rPr>
            <a:t>Machine</a:t>
          </a:r>
          <a:r>
            <a:rPr lang="de-DE" sz="1500" kern="1200" dirty="0">
              <a:solidFill>
                <a:schemeClr val="tx1"/>
              </a:solidFill>
            </a:rPr>
            <a:t> Learning</a:t>
          </a:r>
        </a:p>
      </dsp:txBody>
      <dsp:txXfrm>
        <a:off x="3070859" y="1077637"/>
        <a:ext cx="1986280" cy="529674"/>
      </dsp:txXfrm>
    </dsp:sp>
    <dsp:sp modelId="{1A0CA2AB-82C0-7D4F-8AD8-14715F309017}">
      <dsp:nvSpPr>
        <dsp:cNvPr id="0" name=""/>
        <dsp:cNvSpPr/>
      </dsp:nvSpPr>
      <dsp:spPr>
        <a:xfrm>
          <a:off x="2167466" y="1625600"/>
          <a:ext cx="3793066" cy="379306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>
              <a:solidFill>
                <a:schemeClr val="bg1"/>
              </a:solidFill>
            </a:rPr>
            <a:t>Deep Learning</a:t>
          </a:r>
        </a:p>
      </dsp:txBody>
      <dsp:txXfrm>
        <a:off x="3082543" y="1887321"/>
        <a:ext cx="1962912" cy="523443"/>
      </dsp:txXfrm>
    </dsp:sp>
    <dsp:sp modelId="{78192621-F13D-DE49-9310-16B6F131B26B}">
      <dsp:nvSpPr>
        <dsp:cNvPr id="0" name=""/>
        <dsp:cNvSpPr/>
      </dsp:nvSpPr>
      <dsp:spPr>
        <a:xfrm>
          <a:off x="2573866" y="2438400"/>
          <a:ext cx="2980266" cy="2980266"/>
        </a:xfrm>
        <a:prstGeom prst="ellipse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GenAI</a:t>
          </a:r>
          <a:endParaRPr lang="de-DE" sz="1500" kern="1200" dirty="0"/>
        </a:p>
      </dsp:txBody>
      <dsp:txXfrm>
        <a:off x="3259327" y="2706624"/>
        <a:ext cx="1609344" cy="536448"/>
      </dsp:txXfrm>
    </dsp:sp>
    <dsp:sp modelId="{6F4A40D5-7CE6-5B45-864B-E8B1AAB6D611}">
      <dsp:nvSpPr>
        <dsp:cNvPr id="0" name=""/>
        <dsp:cNvSpPr/>
      </dsp:nvSpPr>
      <dsp:spPr>
        <a:xfrm>
          <a:off x="2980266" y="3251200"/>
          <a:ext cx="2167466" cy="2167466"/>
        </a:xfrm>
        <a:prstGeom prst="ellipse">
          <a:avLst/>
        </a:prstGeom>
        <a:gradFill flip="none" rotWithShape="0">
          <a:gsLst>
            <a:gs pos="0">
              <a:srgbClr val="A345EA">
                <a:tint val="66000"/>
                <a:satMod val="160000"/>
              </a:srgbClr>
            </a:gs>
            <a:gs pos="50000">
              <a:srgbClr val="A345EA">
                <a:tint val="44500"/>
                <a:satMod val="160000"/>
              </a:srgbClr>
            </a:gs>
            <a:gs pos="100000">
              <a:srgbClr val="A345EA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solidFill>
                <a:schemeClr val="accent5"/>
              </a:solidFill>
            </a:rPr>
            <a:t>Tranformer</a:t>
          </a:r>
          <a:r>
            <a:rPr lang="de-DE" sz="1500" kern="1200" dirty="0">
              <a:solidFill>
                <a:schemeClr val="accent5"/>
              </a:solidFill>
            </a:rPr>
            <a:t> Models &amp; Diffusion Models</a:t>
          </a:r>
        </a:p>
      </dsp:txBody>
      <dsp:txXfrm>
        <a:off x="3297684" y="3793066"/>
        <a:ext cx="1532630" cy="10837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2863A-ADB8-E94F-910D-D9F07CE017E2}">
      <dsp:nvSpPr>
        <dsp:cNvPr id="0" name=""/>
        <dsp:cNvSpPr/>
      </dsp:nvSpPr>
      <dsp:spPr>
        <a:xfrm>
          <a:off x="1354666" y="0"/>
          <a:ext cx="5418667" cy="5418667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>
              <a:solidFill>
                <a:schemeClr val="bg1"/>
              </a:solidFill>
            </a:rPr>
            <a:t>WEAK AI</a:t>
          </a:r>
          <a:endParaRPr lang="de-DE" sz="1500" kern="1200" dirty="0">
            <a:solidFill>
              <a:schemeClr val="bg1"/>
            </a:solidFill>
          </a:endParaRPr>
        </a:p>
      </dsp:txBody>
      <dsp:txXfrm>
        <a:off x="3047999" y="270933"/>
        <a:ext cx="2032000" cy="541866"/>
      </dsp:txXfrm>
    </dsp:sp>
    <dsp:sp modelId="{0315C3C1-3C99-D940-AA08-663EF163DFA6}">
      <dsp:nvSpPr>
        <dsp:cNvPr id="0" name=""/>
        <dsp:cNvSpPr/>
      </dsp:nvSpPr>
      <dsp:spPr>
        <a:xfrm>
          <a:off x="1761066" y="812800"/>
          <a:ext cx="4605866" cy="4605866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solidFill>
                <a:schemeClr val="tx1"/>
              </a:solidFill>
            </a:rPr>
            <a:t>Machine</a:t>
          </a:r>
          <a:r>
            <a:rPr lang="de-DE" sz="1500" kern="1200" dirty="0">
              <a:solidFill>
                <a:schemeClr val="tx1"/>
              </a:solidFill>
            </a:rPr>
            <a:t> Learning</a:t>
          </a:r>
        </a:p>
      </dsp:txBody>
      <dsp:txXfrm>
        <a:off x="3070859" y="1077637"/>
        <a:ext cx="1986280" cy="529674"/>
      </dsp:txXfrm>
    </dsp:sp>
    <dsp:sp modelId="{1A0CA2AB-82C0-7D4F-8AD8-14715F309017}">
      <dsp:nvSpPr>
        <dsp:cNvPr id="0" name=""/>
        <dsp:cNvSpPr/>
      </dsp:nvSpPr>
      <dsp:spPr>
        <a:xfrm>
          <a:off x="2167466" y="1625600"/>
          <a:ext cx="3793066" cy="379306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>
              <a:solidFill>
                <a:schemeClr val="bg1"/>
              </a:solidFill>
            </a:rPr>
            <a:t>Deep Learning</a:t>
          </a:r>
        </a:p>
      </dsp:txBody>
      <dsp:txXfrm>
        <a:off x="3082543" y="1887321"/>
        <a:ext cx="1962912" cy="523443"/>
      </dsp:txXfrm>
    </dsp:sp>
    <dsp:sp modelId="{78192621-F13D-DE49-9310-16B6F131B26B}">
      <dsp:nvSpPr>
        <dsp:cNvPr id="0" name=""/>
        <dsp:cNvSpPr/>
      </dsp:nvSpPr>
      <dsp:spPr>
        <a:xfrm>
          <a:off x="2573866" y="2438400"/>
          <a:ext cx="2980266" cy="2980266"/>
        </a:xfrm>
        <a:prstGeom prst="ellipse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GenAI</a:t>
          </a:r>
          <a:endParaRPr lang="de-DE" sz="1500" kern="1200" dirty="0"/>
        </a:p>
      </dsp:txBody>
      <dsp:txXfrm>
        <a:off x="3259327" y="2706624"/>
        <a:ext cx="1609344" cy="536448"/>
      </dsp:txXfrm>
    </dsp:sp>
    <dsp:sp modelId="{6F4A40D5-7CE6-5B45-864B-E8B1AAB6D611}">
      <dsp:nvSpPr>
        <dsp:cNvPr id="0" name=""/>
        <dsp:cNvSpPr/>
      </dsp:nvSpPr>
      <dsp:spPr>
        <a:xfrm>
          <a:off x="2980266" y="3251200"/>
          <a:ext cx="2167466" cy="2167466"/>
        </a:xfrm>
        <a:prstGeom prst="ellipse">
          <a:avLst/>
        </a:prstGeom>
        <a:gradFill flip="none" rotWithShape="0">
          <a:gsLst>
            <a:gs pos="0">
              <a:srgbClr val="A345EA">
                <a:tint val="66000"/>
                <a:satMod val="160000"/>
              </a:srgbClr>
            </a:gs>
            <a:gs pos="50000">
              <a:srgbClr val="A345EA">
                <a:tint val="44500"/>
                <a:satMod val="160000"/>
              </a:srgbClr>
            </a:gs>
            <a:gs pos="100000">
              <a:srgbClr val="A345EA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>
              <a:solidFill>
                <a:schemeClr val="accent5"/>
              </a:solidFill>
            </a:rPr>
            <a:t>Tranformer</a:t>
          </a:r>
          <a:r>
            <a:rPr lang="de-DE" sz="1500" kern="1200" dirty="0">
              <a:solidFill>
                <a:schemeClr val="accent5"/>
              </a:solidFill>
            </a:rPr>
            <a:t> Models &amp; Diffusion Models</a:t>
          </a:r>
        </a:p>
      </dsp:txBody>
      <dsp:txXfrm>
        <a:off x="3297684" y="3793066"/>
        <a:ext cx="1532630" cy="10837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76416C-DD7D-904A-A2C3-2C5A2B578EF8}">
      <dsp:nvSpPr>
        <dsp:cNvPr id="0" name=""/>
        <dsp:cNvSpPr/>
      </dsp:nvSpPr>
      <dsp:spPr>
        <a:xfrm>
          <a:off x="6350" y="1807633"/>
          <a:ext cx="4508499" cy="18033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036" tIns="144018" rIns="72009" bIns="144018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400" kern="1200" dirty="0" err="1"/>
            <a:t>GenAI</a:t>
          </a:r>
          <a:endParaRPr lang="de-DE" sz="5400" kern="1200" dirty="0"/>
        </a:p>
      </dsp:txBody>
      <dsp:txXfrm>
        <a:off x="6350" y="1807633"/>
        <a:ext cx="4057649" cy="1803399"/>
      </dsp:txXfrm>
    </dsp:sp>
    <dsp:sp modelId="{552A9F1A-73F3-2840-A435-FE4B2AD1F990}">
      <dsp:nvSpPr>
        <dsp:cNvPr id="0" name=""/>
        <dsp:cNvSpPr/>
      </dsp:nvSpPr>
      <dsp:spPr>
        <a:xfrm>
          <a:off x="3613150" y="1807633"/>
          <a:ext cx="4508499" cy="18033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027" tIns="144018" rIns="72009" bIns="144018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400" kern="1200" dirty="0"/>
            <a:t>Piece </a:t>
          </a:r>
          <a:r>
            <a:rPr lang="de-DE" sz="5400" kern="1200" dirty="0" err="1"/>
            <a:t>of</a:t>
          </a:r>
          <a:r>
            <a:rPr lang="de-DE" sz="5400" kern="1200" dirty="0"/>
            <a:t> Art</a:t>
          </a:r>
        </a:p>
      </dsp:txBody>
      <dsp:txXfrm>
        <a:off x="4514850" y="1807633"/>
        <a:ext cx="2705100" cy="18033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85414-CEB9-F74C-AE26-968419520E1D}">
      <dsp:nvSpPr>
        <dsp:cNvPr id="0" name=""/>
        <dsp:cNvSpPr/>
      </dsp:nvSpPr>
      <dsp:spPr>
        <a:xfrm>
          <a:off x="5338661" y="40936"/>
          <a:ext cx="1397799" cy="1397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 err="1">
              <a:solidFill>
                <a:schemeClr val="bg1"/>
              </a:solidFill>
            </a:rPr>
            <a:t>Audience</a:t>
          </a:r>
          <a:r>
            <a:rPr lang="de-DE" sz="2500" kern="1200" dirty="0">
              <a:solidFill>
                <a:schemeClr val="bg1"/>
              </a:solidFill>
            </a:rPr>
            <a:t>,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 err="1">
              <a:solidFill>
                <a:schemeClr val="bg1"/>
              </a:solidFill>
            </a:rPr>
            <a:t>Spectator</a:t>
          </a:r>
          <a:endParaRPr lang="de-DE" sz="2500" kern="1200" dirty="0">
            <a:solidFill>
              <a:schemeClr val="bg1"/>
            </a:solidFill>
          </a:endParaRPr>
        </a:p>
      </dsp:txBody>
      <dsp:txXfrm>
        <a:off x="5338661" y="40936"/>
        <a:ext cx="1397799" cy="1397799"/>
      </dsp:txXfrm>
    </dsp:sp>
    <dsp:sp modelId="{A1604827-988A-8A46-9E85-03E98F8BB390}">
      <dsp:nvSpPr>
        <dsp:cNvPr id="0" name=""/>
        <dsp:cNvSpPr/>
      </dsp:nvSpPr>
      <dsp:spPr>
        <a:xfrm>
          <a:off x="2048003" y="194"/>
          <a:ext cx="5243935" cy="5243935"/>
        </a:xfrm>
        <a:prstGeom prst="circularArrow">
          <a:avLst>
            <a:gd name="adj1" fmla="val 5198"/>
            <a:gd name="adj2" fmla="val 335743"/>
            <a:gd name="adj3" fmla="val 21293933"/>
            <a:gd name="adj4" fmla="val 19765633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9FD97-38F5-3447-9AA7-7C4AFAAB45F8}">
      <dsp:nvSpPr>
        <dsp:cNvPr id="0" name=""/>
        <dsp:cNvSpPr/>
      </dsp:nvSpPr>
      <dsp:spPr>
        <a:xfrm>
          <a:off x="6183878" y="2642246"/>
          <a:ext cx="1397799" cy="1397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>
              <a:solidFill>
                <a:schemeClr val="bg1"/>
              </a:solidFill>
            </a:rPr>
            <a:t>Interface,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>
              <a:solidFill>
                <a:schemeClr val="bg1"/>
              </a:solidFill>
            </a:rPr>
            <a:t>Mediator,</a:t>
          </a:r>
        </a:p>
      </dsp:txBody>
      <dsp:txXfrm>
        <a:off x="6183878" y="2642246"/>
        <a:ext cx="1397799" cy="1397799"/>
      </dsp:txXfrm>
    </dsp:sp>
    <dsp:sp modelId="{16309BD7-A986-6F44-834B-F88DFFCE5170}">
      <dsp:nvSpPr>
        <dsp:cNvPr id="0" name=""/>
        <dsp:cNvSpPr/>
      </dsp:nvSpPr>
      <dsp:spPr>
        <a:xfrm>
          <a:off x="2048003" y="194"/>
          <a:ext cx="5243935" cy="5243935"/>
        </a:xfrm>
        <a:prstGeom prst="circularArrow">
          <a:avLst>
            <a:gd name="adj1" fmla="val 5198"/>
            <a:gd name="adj2" fmla="val 335743"/>
            <a:gd name="adj3" fmla="val 4015414"/>
            <a:gd name="adj4" fmla="val 2252775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1F1F-850C-7341-A673-7B5EFE80A2CD}">
      <dsp:nvSpPr>
        <dsp:cNvPr id="0" name=""/>
        <dsp:cNvSpPr/>
      </dsp:nvSpPr>
      <dsp:spPr>
        <a:xfrm>
          <a:off x="3971071" y="4249944"/>
          <a:ext cx="1397799" cy="1397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 err="1">
              <a:solidFill>
                <a:schemeClr val="bg1"/>
              </a:solidFill>
            </a:rPr>
            <a:t>GenAI</a:t>
          </a:r>
          <a:endParaRPr lang="de-DE" sz="2500" kern="1200" dirty="0">
            <a:solidFill>
              <a:schemeClr val="bg1"/>
            </a:solidFill>
          </a:endParaRPr>
        </a:p>
      </dsp:txBody>
      <dsp:txXfrm>
        <a:off x="3971071" y="4249944"/>
        <a:ext cx="1397799" cy="1397799"/>
      </dsp:txXfrm>
    </dsp:sp>
    <dsp:sp modelId="{214E9C43-EF37-D047-91E7-543E6C7E9D85}">
      <dsp:nvSpPr>
        <dsp:cNvPr id="0" name=""/>
        <dsp:cNvSpPr/>
      </dsp:nvSpPr>
      <dsp:spPr>
        <a:xfrm>
          <a:off x="2048003" y="194"/>
          <a:ext cx="5243935" cy="5243935"/>
        </a:xfrm>
        <a:prstGeom prst="circularArrow">
          <a:avLst>
            <a:gd name="adj1" fmla="val 5198"/>
            <a:gd name="adj2" fmla="val 335743"/>
            <a:gd name="adj3" fmla="val 8211482"/>
            <a:gd name="adj4" fmla="val 6448842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34955-903B-E14A-A9CF-5957719EA341}">
      <dsp:nvSpPr>
        <dsp:cNvPr id="0" name=""/>
        <dsp:cNvSpPr/>
      </dsp:nvSpPr>
      <dsp:spPr>
        <a:xfrm>
          <a:off x="1758265" y="2642246"/>
          <a:ext cx="1397799" cy="1397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>
              <a:solidFill>
                <a:schemeClr val="bg1"/>
              </a:solidFill>
            </a:rPr>
            <a:t>Output</a:t>
          </a:r>
        </a:p>
      </dsp:txBody>
      <dsp:txXfrm>
        <a:off x="1758265" y="2642246"/>
        <a:ext cx="1397799" cy="1397799"/>
      </dsp:txXfrm>
    </dsp:sp>
    <dsp:sp modelId="{CFB72396-F515-C745-BC7A-B4257740DDC5}">
      <dsp:nvSpPr>
        <dsp:cNvPr id="0" name=""/>
        <dsp:cNvSpPr/>
      </dsp:nvSpPr>
      <dsp:spPr>
        <a:xfrm>
          <a:off x="2048003" y="194"/>
          <a:ext cx="5243935" cy="5243935"/>
        </a:xfrm>
        <a:prstGeom prst="circularArrow">
          <a:avLst>
            <a:gd name="adj1" fmla="val 5198"/>
            <a:gd name="adj2" fmla="val 335743"/>
            <a:gd name="adj3" fmla="val 12298623"/>
            <a:gd name="adj4" fmla="val 10770324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10056-105B-984B-9914-1E64E283684B}">
      <dsp:nvSpPr>
        <dsp:cNvPr id="0" name=""/>
        <dsp:cNvSpPr/>
      </dsp:nvSpPr>
      <dsp:spPr>
        <a:xfrm>
          <a:off x="2603482" y="40936"/>
          <a:ext cx="1397799" cy="1397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>
              <a:solidFill>
                <a:schemeClr val="bg1"/>
              </a:solidFill>
            </a:rPr>
            <a:t>Interface,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>
              <a:solidFill>
                <a:schemeClr val="bg1"/>
              </a:solidFill>
            </a:rPr>
            <a:t>Mediator</a:t>
          </a:r>
        </a:p>
      </dsp:txBody>
      <dsp:txXfrm>
        <a:off x="2603482" y="40936"/>
        <a:ext cx="1397799" cy="1397799"/>
      </dsp:txXfrm>
    </dsp:sp>
    <dsp:sp modelId="{47344570-A5D7-7544-AC0B-83145B5DF3FD}">
      <dsp:nvSpPr>
        <dsp:cNvPr id="0" name=""/>
        <dsp:cNvSpPr/>
      </dsp:nvSpPr>
      <dsp:spPr>
        <a:xfrm>
          <a:off x="2048003" y="194"/>
          <a:ext cx="5243935" cy="5243935"/>
        </a:xfrm>
        <a:prstGeom prst="circularArrow">
          <a:avLst>
            <a:gd name="adj1" fmla="val 5198"/>
            <a:gd name="adj2" fmla="val 335743"/>
            <a:gd name="adj3" fmla="val 16866401"/>
            <a:gd name="adj4" fmla="val 15197856"/>
            <a:gd name="adj5" fmla="val 606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28B216-F649-1936-FF33-9893D5A93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0FCC27-CFB8-BE77-DE5E-4E2299EA0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CDF07-0AEC-6884-5512-E5AF2E0E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B68087-472E-D17D-A169-02E481E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4BD23D-BBCF-0075-D5EB-5348F93B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793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ED4793-7784-5FCF-EE79-ADD14ADAC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CA6395-59FC-6DF4-09D0-7E0F66B14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1B8CA1-F36C-E372-49B1-CFBF466A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E724EF-50B8-BAD9-89BE-D755674F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017858-D846-4FEB-B521-6DBD819F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281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44E22-DD67-D98F-2E3D-E915A99E6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85B932-A06D-687F-4BAB-62722EB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218066-78AC-F77C-9E39-21246F4E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FA7FCC-212B-425A-7621-4E4A328D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3BA772-5D65-1FE5-C092-B1B99B55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74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9D3D59-B108-F848-D24F-BD9F20FA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898C2E-2413-7F89-0714-74CC3D9B2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E39D2E-FF45-4375-941B-734B2DCC2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B511A6-4D02-C8DA-204D-F10D4DCC9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41CC5A-D4CE-B539-2FF8-2FFF31A7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09B23F-0DAD-2138-1717-C3283CB8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261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AE2840-AE5B-CC41-F2D9-443C6A2BE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85447C-EC4C-A3BD-9F94-0D247A8CD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21E05D-3A9D-2B57-5BE0-4DE44C9E8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40A103-1884-4723-845A-81FB8BF36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83821E3-9175-0CFA-336C-CEB5F4046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FE365DE-3CAE-222D-D0DB-AEDC009AE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32F9AF5-8E95-BA34-2BC7-B243AB94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340610A-6096-8BD6-5C0D-050ADBE4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742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41813-E225-9E1C-130E-411E0615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96408F3-08E7-5CD6-D448-B24DA0F3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B484DD-83B0-F7C7-27AB-9B384CD2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BF3672-9037-511B-C91A-2EE53415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99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FF088D5-D964-C780-E9E6-5FD967E5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D44E5E5-FE09-B5CA-BF4A-BA0E5825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7236D5-CDDF-0A45-B869-0D4541E0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39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BF58F-57CB-BCCF-4437-460224A3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09D5BF-6083-0CBA-750E-D629B8180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6D4648-FB00-6DEB-D685-BB8132425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3FA7A2-BFB2-17E0-A72E-4511A08E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C9D75C-BF90-8D0C-B28F-B84C1397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CDEEE7-26A4-28BD-1B98-2DBE079B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803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1488B-568C-0BE2-0EF1-1EA81E03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16E70E-30C4-BF97-9019-A511E113A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8C4412-2ED0-997E-5E8E-21AAC5465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4EB6BF-3FCB-A011-80E4-B660DFBE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B609E3-D52B-547E-DA96-A54B88F57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484A8A-4576-955F-FE3A-8EB3AB74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79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E03F2-4A43-5944-3C0F-D37EC441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109C8DC-C665-6DA2-AA86-2EF2D40D1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F135A2-36FD-0C57-DDC6-740EF9D0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58F24C-8D3C-F798-5CD8-484115678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FB1963-285B-4B56-8FB2-69052EB0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7120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EED4F6A-C31C-C4B5-3BE6-68D48CBF8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AF279F-04D3-8E9E-CC71-8B8FBA0F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632AEB-7535-755E-5A75-1F3B72A1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606696-26CD-C9AF-320A-2BCD209A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A024B4-67D9-64CD-BDB1-A61ED758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630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08065A-1BD1-1ED2-09AD-2CAA43B8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E1E2A5-AE84-B4FD-7959-221C38019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2CA426-57B1-419C-D152-EAB66D7BB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DFC32-8448-D845-80F0-FBA407DED4F0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EE149B-1F2F-0C3E-B218-44DB86712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9FFA0B-69B3-5308-400F-A06744852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9959F-72EB-8141-A0DA-694C0C9D9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58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BCE07C-BF38-057F-4652-1D5E4A629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602037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Tools? Technology? </a:t>
            </a:r>
            <a:r>
              <a:rPr lang="de-DE" dirty="0" err="1">
                <a:solidFill>
                  <a:schemeClr val="accent2"/>
                </a:solidFill>
              </a:rPr>
              <a:t>Beings</a:t>
            </a:r>
            <a:r>
              <a:rPr lang="de-DE" dirty="0">
                <a:solidFill>
                  <a:schemeClr val="accent2"/>
                </a:solidFill>
              </a:rPr>
              <a:t>?</a:t>
            </a:r>
            <a:br>
              <a:rPr lang="de-DE" dirty="0">
                <a:solidFill>
                  <a:schemeClr val="accent2"/>
                </a:solidFill>
              </a:rPr>
            </a:br>
            <a:br>
              <a:rPr lang="de-DE" dirty="0">
                <a:solidFill>
                  <a:schemeClr val="accent2"/>
                </a:solidFill>
              </a:rPr>
            </a:b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6F00C4-3276-FA47-73DB-19321B088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6181"/>
            <a:ext cx="9144000" cy="1655762"/>
          </a:xfrm>
        </p:spPr>
        <p:txBody>
          <a:bodyPr/>
          <a:lstStyle/>
          <a:p>
            <a:r>
              <a:rPr lang="de-DE" dirty="0" err="1">
                <a:solidFill>
                  <a:schemeClr val="accent2"/>
                </a:solidFill>
              </a:rPr>
              <a:t>Starting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points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for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artists</a:t>
            </a:r>
            <a:endParaRPr lang="de-DE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06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Visitenkarte, Screenshot, Schrift enthält.&#10;&#10;Automatisch generierte Beschreibung">
            <a:extLst>
              <a:ext uri="{FF2B5EF4-FFF2-40B4-BE49-F238E27FC236}">
                <a16:creationId xmlns:a16="http://schemas.microsoft.com/office/drawing/2014/main" id="{AF9D4037-58B0-7CD5-8DCF-2C93C52CD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3" y="778463"/>
            <a:ext cx="8651631" cy="52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28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9264D-6FB4-A580-97D7-1B51D33B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9892346-1B6A-19A6-B257-B266DEDD4681}"/>
              </a:ext>
            </a:extLst>
          </p:cNvPr>
          <p:cNvSpPr txBox="1"/>
          <p:nvPr/>
        </p:nvSpPr>
        <p:spPr>
          <a:xfrm>
            <a:off x="4490977" y="2500132"/>
            <a:ext cx="2911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FFC000"/>
                </a:solidFill>
              </a:rPr>
              <a:t>„just a </a:t>
            </a:r>
            <a:r>
              <a:rPr lang="de-DE" sz="4000" dirty="0" err="1">
                <a:solidFill>
                  <a:srgbClr val="FFC000"/>
                </a:solidFill>
              </a:rPr>
              <a:t>tool</a:t>
            </a:r>
            <a:r>
              <a:rPr lang="de-DE" sz="4000" dirty="0">
                <a:solidFill>
                  <a:srgbClr val="FFC000"/>
                </a:solidFill>
              </a:rPr>
              <a:t>“?</a:t>
            </a:r>
          </a:p>
        </p:txBody>
      </p:sp>
    </p:spTree>
    <p:extLst>
      <p:ext uri="{BB962C8B-B14F-4D97-AF65-F5344CB8AC3E}">
        <p14:creationId xmlns:p14="http://schemas.microsoft.com/office/powerpoint/2010/main" val="347170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ADAAADD-10A6-E0FD-7D28-29ABE5F420F9}"/>
              </a:ext>
            </a:extLst>
          </p:cNvPr>
          <p:cNvSpPr/>
          <p:nvPr/>
        </p:nvSpPr>
        <p:spPr>
          <a:xfrm>
            <a:off x="4551452" y="2599362"/>
            <a:ext cx="2116476" cy="1078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D49F388-B454-F6A6-62A6-FBA380A0744E}"/>
              </a:ext>
            </a:extLst>
          </p:cNvPr>
          <p:cNvSpPr/>
          <p:nvPr/>
        </p:nvSpPr>
        <p:spPr>
          <a:xfrm>
            <a:off x="2178121" y="1089061"/>
            <a:ext cx="1993187" cy="503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Personalization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7EE9AAA-7BDD-C627-6782-12CEB1627C8E}"/>
              </a:ext>
            </a:extLst>
          </p:cNvPr>
          <p:cNvSpPr/>
          <p:nvPr/>
        </p:nvSpPr>
        <p:spPr>
          <a:xfrm>
            <a:off x="6096000" y="1089061"/>
            <a:ext cx="1558247" cy="503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35B632E-34D9-A06F-F092-C0BD66D4A72F}"/>
              </a:ext>
            </a:extLst>
          </p:cNvPr>
          <p:cNvSpPr/>
          <p:nvPr/>
        </p:nvSpPr>
        <p:spPr>
          <a:xfrm>
            <a:off x="7654247" y="3380198"/>
            <a:ext cx="1746607" cy="5959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Generation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F577EBF-5B9A-F359-346F-7146144FB130}"/>
              </a:ext>
            </a:extLst>
          </p:cNvPr>
          <p:cNvSpPr/>
          <p:nvPr/>
        </p:nvSpPr>
        <p:spPr>
          <a:xfrm>
            <a:off x="6842588" y="4772346"/>
            <a:ext cx="1582221" cy="58562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Analysis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7CCC53C-F52F-5AFB-97A5-BB06D0CD78A4}"/>
              </a:ext>
            </a:extLst>
          </p:cNvPr>
          <p:cNvSpPr/>
          <p:nvPr/>
        </p:nvSpPr>
        <p:spPr>
          <a:xfrm>
            <a:off x="8250147" y="2003459"/>
            <a:ext cx="1510302" cy="67809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2347D46-CA26-F7AF-AABE-B9C458B40550}"/>
              </a:ext>
            </a:extLst>
          </p:cNvPr>
          <p:cNvSpPr/>
          <p:nvPr/>
        </p:nvSpPr>
        <p:spPr>
          <a:xfrm>
            <a:off x="1387012" y="3346372"/>
            <a:ext cx="1818526" cy="739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Data </a:t>
            </a:r>
            <a:r>
              <a:rPr lang="de-DE" dirty="0" err="1"/>
              <a:t>Compression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22BE502-0B65-FD26-7806-439BC6724344}"/>
              </a:ext>
            </a:extLst>
          </p:cNvPr>
          <p:cNvSpPr/>
          <p:nvPr/>
        </p:nvSpPr>
        <p:spPr>
          <a:xfrm>
            <a:off x="4006921" y="4572000"/>
            <a:ext cx="1602769" cy="6472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Improvement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287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1C52B-A4A5-B7C2-EFA5-1FB0A166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72826F57-98EC-D80B-6BF3-1D6DA15B6D8B}"/>
              </a:ext>
            </a:extLst>
          </p:cNvPr>
          <p:cNvSpPr/>
          <p:nvPr/>
        </p:nvSpPr>
        <p:spPr>
          <a:xfrm>
            <a:off x="4551452" y="2599362"/>
            <a:ext cx="2116476" cy="1078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A09A080-E5A3-2849-0DA0-007E4CFB4C84}"/>
              </a:ext>
            </a:extLst>
          </p:cNvPr>
          <p:cNvSpPr/>
          <p:nvPr/>
        </p:nvSpPr>
        <p:spPr>
          <a:xfrm>
            <a:off x="2178121" y="1089061"/>
            <a:ext cx="1993187" cy="503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Personalization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7C5250-5D96-F3CF-C0CB-9A0DB1F14325}"/>
              </a:ext>
            </a:extLst>
          </p:cNvPr>
          <p:cNvSpPr/>
          <p:nvPr/>
        </p:nvSpPr>
        <p:spPr>
          <a:xfrm>
            <a:off x="6096000" y="1089061"/>
            <a:ext cx="1558247" cy="503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A9BE6BD-6C02-056E-FBE9-4A5CEEBE1D91}"/>
              </a:ext>
            </a:extLst>
          </p:cNvPr>
          <p:cNvSpPr/>
          <p:nvPr/>
        </p:nvSpPr>
        <p:spPr>
          <a:xfrm>
            <a:off x="7654247" y="3380198"/>
            <a:ext cx="1746607" cy="5959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Generation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E4309B-3EFF-06E7-52D5-B5B5C77FD1DD}"/>
              </a:ext>
            </a:extLst>
          </p:cNvPr>
          <p:cNvSpPr/>
          <p:nvPr/>
        </p:nvSpPr>
        <p:spPr>
          <a:xfrm>
            <a:off x="10202238" y="3976099"/>
            <a:ext cx="1582220" cy="6678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Chatbotss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6AAC52-B900-38F1-3F38-E7BCD0A9F1CD}"/>
              </a:ext>
            </a:extLst>
          </p:cNvPr>
          <p:cNvSpPr/>
          <p:nvPr/>
        </p:nvSpPr>
        <p:spPr>
          <a:xfrm>
            <a:off x="9832368" y="3359651"/>
            <a:ext cx="1253447" cy="58562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Image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F889F1-B993-8770-D061-D96189D7CE54}"/>
              </a:ext>
            </a:extLst>
          </p:cNvPr>
          <p:cNvSpPr/>
          <p:nvPr/>
        </p:nvSpPr>
        <p:spPr>
          <a:xfrm>
            <a:off x="8804954" y="3904180"/>
            <a:ext cx="1582220" cy="5650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Video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4F1EB0-3E28-F240-3C1C-652D700613C0}"/>
              </a:ext>
            </a:extLst>
          </p:cNvPr>
          <p:cNvSpPr/>
          <p:nvPr/>
        </p:nvSpPr>
        <p:spPr>
          <a:xfrm>
            <a:off x="10683544" y="4715838"/>
            <a:ext cx="1417834" cy="6267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Code Writing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A4BECB2-7B6C-9D3D-47CF-B102621BAB6D}"/>
              </a:ext>
            </a:extLst>
          </p:cNvPr>
          <p:cNvSpPr/>
          <p:nvPr/>
        </p:nvSpPr>
        <p:spPr>
          <a:xfrm>
            <a:off x="6842588" y="4772346"/>
            <a:ext cx="1582221" cy="58562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Analysis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2DC6436-B651-7533-2D90-BDDD8C4F200B}"/>
              </a:ext>
            </a:extLst>
          </p:cNvPr>
          <p:cNvSpPr/>
          <p:nvPr/>
        </p:nvSpPr>
        <p:spPr>
          <a:xfrm>
            <a:off x="8250147" y="2003459"/>
            <a:ext cx="1510302" cy="67809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FCA873B-F2EE-97BE-BF16-1B01E7C27639}"/>
              </a:ext>
            </a:extLst>
          </p:cNvPr>
          <p:cNvSpPr/>
          <p:nvPr/>
        </p:nvSpPr>
        <p:spPr>
          <a:xfrm>
            <a:off x="1387012" y="3346372"/>
            <a:ext cx="1818526" cy="739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Data </a:t>
            </a:r>
            <a:r>
              <a:rPr lang="de-DE" dirty="0" err="1"/>
              <a:t>Compression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259E341-AD1F-DAF2-75AB-FE65F7FE9C9D}"/>
              </a:ext>
            </a:extLst>
          </p:cNvPr>
          <p:cNvSpPr/>
          <p:nvPr/>
        </p:nvSpPr>
        <p:spPr>
          <a:xfrm>
            <a:off x="4006921" y="4572000"/>
            <a:ext cx="1602769" cy="6472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Improvement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871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7B73F-BD08-EF68-2CBC-AE47C7DF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8FE7419F-1B75-D9D5-DA54-DB7E23926EEB}"/>
              </a:ext>
            </a:extLst>
          </p:cNvPr>
          <p:cNvSpPr/>
          <p:nvPr/>
        </p:nvSpPr>
        <p:spPr>
          <a:xfrm>
            <a:off x="4551452" y="2599362"/>
            <a:ext cx="2116476" cy="1078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41EF311-D754-E93F-3235-072358A0EDEE}"/>
              </a:ext>
            </a:extLst>
          </p:cNvPr>
          <p:cNvSpPr/>
          <p:nvPr/>
        </p:nvSpPr>
        <p:spPr>
          <a:xfrm>
            <a:off x="2178121" y="1089061"/>
            <a:ext cx="1993187" cy="503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Personalization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94C4418-4034-54DD-CCF2-AE9A096F3BE2}"/>
              </a:ext>
            </a:extLst>
          </p:cNvPr>
          <p:cNvSpPr/>
          <p:nvPr/>
        </p:nvSpPr>
        <p:spPr>
          <a:xfrm>
            <a:off x="6096000" y="1089061"/>
            <a:ext cx="1558247" cy="503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FB1A9CB-8D5C-3842-B606-590A20C9EC1D}"/>
              </a:ext>
            </a:extLst>
          </p:cNvPr>
          <p:cNvSpPr/>
          <p:nvPr/>
        </p:nvSpPr>
        <p:spPr>
          <a:xfrm>
            <a:off x="7654247" y="3380198"/>
            <a:ext cx="1746607" cy="5959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Generation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10D415-01C1-27BD-B8A0-EB6EB70E4A68}"/>
              </a:ext>
            </a:extLst>
          </p:cNvPr>
          <p:cNvSpPr/>
          <p:nvPr/>
        </p:nvSpPr>
        <p:spPr>
          <a:xfrm>
            <a:off x="10202238" y="3976099"/>
            <a:ext cx="1582220" cy="6678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Chatbotss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852E42-33BE-2BD7-6915-14C6DDE663C4}"/>
              </a:ext>
            </a:extLst>
          </p:cNvPr>
          <p:cNvSpPr/>
          <p:nvPr/>
        </p:nvSpPr>
        <p:spPr>
          <a:xfrm>
            <a:off x="9832368" y="3359651"/>
            <a:ext cx="1253447" cy="58562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Image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C864CC-DA36-2417-5AEA-447C36AF0ECC}"/>
              </a:ext>
            </a:extLst>
          </p:cNvPr>
          <p:cNvSpPr/>
          <p:nvPr/>
        </p:nvSpPr>
        <p:spPr>
          <a:xfrm>
            <a:off x="8804954" y="3904180"/>
            <a:ext cx="1582220" cy="5650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Video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8CECA0-55DE-A542-6EE1-10079D3803DB}"/>
              </a:ext>
            </a:extLst>
          </p:cNvPr>
          <p:cNvSpPr/>
          <p:nvPr/>
        </p:nvSpPr>
        <p:spPr>
          <a:xfrm>
            <a:off x="10683544" y="4715838"/>
            <a:ext cx="1417834" cy="6267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Code Writing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FBF5632-4704-1213-E206-505E764307D1}"/>
              </a:ext>
            </a:extLst>
          </p:cNvPr>
          <p:cNvSpPr/>
          <p:nvPr/>
        </p:nvSpPr>
        <p:spPr>
          <a:xfrm>
            <a:off x="6842588" y="4772346"/>
            <a:ext cx="1582221" cy="58562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Analysis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177C586-2994-A7FF-A4A3-44217DA33892}"/>
              </a:ext>
            </a:extLst>
          </p:cNvPr>
          <p:cNvSpPr/>
          <p:nvPr/>
        </p:nvSpPr>
        <p:spPr>
          <a:xfrm>
            <a:off x="8250147" y="2003459"/>
            <a:ext cx="1510302" cy="67809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B624BE9-6D83-E962-AED4-A7A50F954A8F}"/>
              </a:ext>
            </a:extLst>
          </p:cNvPr>
          <p:cNvSpPr/>
          <p:nvPr/>
        </p:nvSpPr>
        <p:spPr>
          <a:xfrm>
            <a:off x="1387012" y="3346372"/>
            <a:ext cx="1818526" cy="739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Data </a:t>
            </a:r>
            <a:r>
              <a:rPr lang="de-DE" dirty="0" err="1"/>
              <a:t>Compression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C320E79-B6A5-78E6-D387-A991C0AFA979}"/>
              </a:ext>
            </a:extLst>
          </p:cNvPr>
          <p:cNvSpPr/>
          <p:nvPr/>
        </p:nvSpPr>
        <p:spPr>
          <a:xfrm>
            <a:off x="4006921" y="4572000"/>
            <a:ext cx="1602769" cy="6472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Improvement</a:t>
            </a:r>
            <a:endParaRPr lang="de-DE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C3D3B49-8CD8-835A-63F3-C5446BFDF363}"/>
              </a:ext>
            </a:extLst>
          </p:cNvPr>
          <p:cNvSpPr/>
          <p:nvPr/>
        </p:nvSpPr>
        <p:spPr>
          <a:xfrm>
            <a:off x="9760449" y="1158409"/>
            <a:ext cx="1664414" cy="46747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Tracking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F6CB29-1016-A362-6CCE-D08BD99D7275}"/>
              </a:ext>
            </a:extLst>
          </p:cNvPr>
          <p:cNvSpPr/>
          <p:nvPr/>
        </p:nvSpPr>
        <p:spPr>
          <a:xfrm>
            <a:off x="9928156" y="1751741"/>
            <a:ext cx="2184971" cy="5856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Segmentation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0860E8C-5DCF-8307-FFC4-9F5DFB8C4783}"/>
              </a:ext>
            </a:extLst>
          </p:cNvPr>
          <p:cNvSpPr/>
          <p:nvPr/>
        </p:nvSpPr>
        <p:spPr>
          <a:xfrm>
            <a:off x="9832368" y="2380559"/>
            <a:ext cx="2321959" cy="64727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Salient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1363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4A71A-D1C9-F1B2-719D-8ECBDE840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EF33D56C-CC34-FD9E-7E9B-C9DAB42DB3BD}"/>
              </a:ext>
            </a:extLst>
          </p:cNvPr>
          <p:cNvSpPr/>
          <p:nvPr/>
        </p:nvSpPr>
        <p:spPr>
          <a:xfrm>
            <a:off x="4551452" y="2599362"/>
            <a:ext cx="2116476" cy="1078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B911AD9-38B2-5AEF-F6A6-91747081800E}"/>
              </a:ext>
            </a:extLst>
          </p:cNvPr>
          <p:cNvSpPr/>
          <p:nvPr/>
        </p:nvSpPr>
        <p:spPr>
          <a:xfrm>
            <a:off x="2178121" y="1089061"/>
            <a:ext cx="1993187" cy="503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Personalization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E2FE718-FA74-21BB-87A6-6584974681AA}"/>
              </a:ext>
            </a:extLst>
          </p:cNvPr>
          <p:cNvSpPr/>
          <p:nvPr/>
        </p:nvSpPr>
        <p:spPr>
          <a:xfrm>
            <a:off x="6096000" y="1089061"/>
            <a:ext cx="1558247" cy="503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6200E0C-A71F-E671-1868-BBE917E8889E}"/>
              </a:ext>
            </a:extLst>
          </p:cNvPr>
          <p:cNvSpPr/>
          <p:nvPr/>
        </p:nvSpPr>
        <p:spPr>
          <a:xfrm>
            <a:off x="7654247" y="3380198"/>
            <a:ext cx="1746607" cy="5959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Generation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5C4B09-3732-5FCB-DA21-967F7A72F0B2}"/>
              </a:ext>
            </a:extLst>
          </p:cNvPr>
          <p:cNvSpPr/>
          <p:nvPr/>
        </p:nvSpPr>
        <p:spPr>
          <a:xfrm>
            <a:off x="10202238" y="3976099"/>
            <a:ext cx="1582220" cy="6678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Chatbotss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B2B770-2000-1F70-DFB9-3A424361D854}"/>
              </a:ext>
            </a:extLst>
          </p:cNvPr>
          <p:cNvSpPr/>
          <p:nvPr/>
        </p:nvSpPr>
        <p:spPr>
          <a:xfrm>
            <a:off x="9832368" y="3359651"/>
            <a:ext cx="1253447" cy="58562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Image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815684-085E-9AE2-D3FC-4200B5759C2D}"/>
              </a:ext>
            </a:extLst>
          </p:cNvPr>
          <p:cNvSpPr/>
          <p:nvPr/>
        </p:nvSpPr>
        <p:spPr>
          <a:xfrm>
            <a:off x="8804954" y="3904180"/>
            <a:ext cx="1582220" cy="5650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Video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9FFB18-D49E-C81E-3D20-D69F35B25AE5}"/>
              </a:ext>
            </a:extLst>
          </p:cNvPr>
          <p:cNvSpPr/>
          <p:nvPr/>
        </p:nvSpPr>
        <p:spPr>
          <a:xfrm>
            <a:off x="10683544" y="4715838"/>
            <a:ext cx="1417834" cy="6267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Code Writing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FB36502-AA03-7D36-B03B-8D0A433EC28D}"/>
              </a:ext>
            </a:extLst>
          </p:cNvPr>
          <p:cNvSpPr/>
          <p:nvPr/>
        </p:nvSpPr>
        <p:spPr>
          <a:xfrm>
            <a:off x="6842588" y="4772346"/>
            <a:ext cx="1582221" cy="58562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Analysis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493CFF1-8880-9DD6-0568-2652BBC8F2E6}"/>
              </a:ext>
            </a:extLst>
          </p:cNvPr>
          <p:cNvSpPr/>
          <p:nvPr/>
        </p:nvSpPr>
        <p:spPr>
          <a:xfrm>
            <a:off x="8250147" y="2003459"/>
            <a:ext cx="1510302" cy="67809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1BB3142-6C1E-76BD-BC0F-E07E432EF592}"/>
              </a:ext>
            </a:extLst>
          </p:cNvPr>
          <p:cNvSpPr/>
          <p:nvPr/>
        </p:nvSpPr>
        <p:spPr>
          <a:xfrm>
            <a:off x="1387012" y="3346372"/>
            <a:ext cx="1818526" cy="739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Data </a:t>
            </a:r>
            <a:r>
              <a:rPr lang="de-DE" dirty="0" err="1"/>
              <a:t>Compression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9C1AE4C-A04C-8CA0-F6BD-753F20A267DE}"/>
              </a:ext>
            </a:extLst>
          </p:cNvPr>
          <p:cNvSpPr/>
          <p:nvPr/>
        </p:nvSpPr>
        <p:spPr>
          <a:xfrm>
            <a:off x="4006921" y="4572000"/>
            <a:ext cx="1602769" cy="6472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Improvement</a:t>
            </a:r>
            <a:endParaRPr lang="de-D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C6502B-FB66-D907-9D7C-015006E63821}"/>
              </a:ext>
            </a:extLst>
          </p:cNvPr>
          <p:cNvSpPr/>
          <p:nvPr/>
        </p:nvSpPr>
        <p:spPr>
          <a:xfrm>
            <a:off x="7017249" y="5537772"/>
            <a:ext cx="1777430" cy="64727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Entity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A70E08-BA1F-268B-8BEE-6FEB49E4C8E5}"/>
              </a:ext>
            </a:extLst>
          </p:cNvPr>
          <p:cNvSpPr/>
          <p:nvPr/>
        </p:nvSpPr>
        <p:spPr>
          <a:xfrm>
            <a:off x="6863136" y="6185043"/>
            <a:ext cx="1941818" cy="58562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Automatic</a:t>
            </a:r>
            <a:r>
              <a:rPr lang="de-DE" dirty="0"/>
              <a:t> Annotation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5599528-42A5-49D3-721F-07F6CA9DADF4}"/>
              </a:ext>
            </a:extLst>
          </p:cNvPr>
          <p:cNvSpPr/>
          <p:nvPr/>
        </p:nvSpPr>
        <p:spPr>
          <a:xfrm>
            <a:off x="8794679" y="6041204"/>
            <a:ext cx="1777430" cy="60617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Sentiment Analysis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009CFEC-73CC-A860-FB1C-0F2587EEECEC}"/>
              </a:ext>
            </a:extLst>
          </p:cNvPr>
          <p:cNvSpPr/>
          <p:nvPr/>
        </p:nvSpPr>
        <p:spPr>
          <a:xfrm>
            <a:off x="8427655" y="5265505"/>
            <a:ext cx="1828799" cy="56507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Intent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4EFB46-BDE7-113B-22C5-14F18AA059E5}"/>
              </a:ext>
            </a:extLst>
          </p:cNvPr>
          <p:cNvSpPr/>
          <p:nvPr/>
        </p:nvSpPr>
        <p:spPr>
          <a:xfrm>
            <a:off x="9760449" y="1158409"/>
            <a:ext cx="1664414" cy="46747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Tracking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8D1361F-ED5C-9793-A77F-A4F3A62C0F1F}"/>
              </a:ext>
            </a:extLst>
          </p:cNvPr>
          <p:cNvSpPr/>
          <p:nvPr/>
        </p:nvSpPr>
        <p:spPr>
          <a:xfrm>
            <a:off x="9928156" y="1751741"/>
            <a:ext cx="2184971" cy="5856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Segmentation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4A217C-27F1-E573-29E7-FA261C5DFB5D}"/>
              </a:ext>
            </a:extLst>
          </p:cNvPr>
          <p:cNvSpPr/>
          <p:nvPr/>
        </p:nvSpPr>
        <p:spPr>
          <a:xfrm>
            <a:off x="9832368" y="2380559"/>
            <a:ext cx="2321959" cy="64727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Salient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121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10C4C-35CC-002C-3A64-BD1486F94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77B7DDCC-EBEA-6CAA-FFBE-714848AB665D}"/>
              </a:ext>
            </a:extLst>
          </p:cNvPr>
          <p:cNvSpPr/>
          <p:nvPr/>
        </p:nvSpPr>
        <p:spPr>
          <a:xfrm>
            <a:off x="4551452" y="2599362"/>
            <a:ext cx="2116476" cy="1078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0BDA470-C0AD-1102-89A8-5B4C72C73C52}"/>
              </a:ext>
            </a:extLst>
          </p:cNvPr>
          <p:cNvSpPr/>
          <p:nvPr/>
        </p:nvSpPr>
        <p:spPr>
          <a:xfrm>
            <a:off x="2178121" y="1089061"/>
            <a:ext cx="1993187" cy="503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Personalization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F5183D1-4367-4F9D-182F-D2DCB6737DAA}"/>
              </a:ext>
            </a:extLst>
          </p:cNvPr>
          <p:cNvSpPr/>
          <p:nvPr/>
        </p:nvSpPr>
        <p:spPr>
          <a:xfrm>
            <a:off x="6096000" y="1089061"/>
            <a:ext cx="1558247" cy="503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DCA3507-2D71-EDD7-D1EE-281B6E0DE50F}"/>
              </a:ext>
            </a:extLst>
          </p:cNvPr>
          <p:cNvSpPr/>
          <p:nvPr/>
        </p:nvSpPr>
        <p:spPr>
          <a:xfrm>
            <a:off x="7654247" y="3380198"/>
            <a:ext cx="1746607" cy="5959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Generation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573A58-0580-7A11-90BB-BD76B010993D}"/>
              </a:ext>
            </a:extLst>
          </p:cNvPr>
          <p:cNvSpPr/>
          <p:nvPr/>
        </p:nvSpPr>
        <p:spPr>
          <a:xfrm>
            <a:off x="10202238" y="3976099"/>
            <a:ext cx="1582220" cy="6678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Chatbotss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C0E831-2EFB-761A-46C7-5EC720204421}"/>
              </a:ext>
            </a:extLst>
          </p:cNvPr>
          <p:cNvSpPr/>
          <p:nvPr/>
        </p:nvSpPr>
        <p:spPr>
          <a:xfrm>
            <a:off x="9832368" y="3359651"/>
            <a:ext cx="1253447" cy="58562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Image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208280-DF2B-C0C0-70DE-BC3B62536350}"/>
              </a:ext>
            </a:extLst>
          </p:cNvPr>
          <p:cNvSpPr/>
          <p:nvPr/>
        </p:nvSpPr>
        <p:spPr>
          <a:xfrm>
            <a:off x="8804954" y="3904180"/>
            <a:ext cx="1582220" cy="5650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Video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74AABC-72BD-25DE-87B0-48816213D1F0}"/>
              </a:ext>
            </a:extLst>
          </p:cNvPr>
          <p:cNvSpPr/>
          <p:nvPr/>
        </p:nvSpPr>
        <p:spPr>
          <a:xfrm>
            <a:off x="10683544" y="4715838"/>
            <a:ext cx="1417834" cy="6267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Code Writing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AC862B1-1551-FAC2-A332-9BA1FC914A61}"/>
              </a:ext>
            </a:extLst>
          </p:cNvPr>
          <p:cNvSpPr/>
          <p:nvPr/>
        </p:nvSpPr>
        <p:spPr>
          <a:xfrm>
            <a:off x="6842588" y="4772346"/>
            <a:ext cx="1582221" cy="58562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Analysis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A4FFBBC-C3C4-1770-3D39-0CC531A11E48}"/>
              </a:ext>
            </a:extLst>
          </p:cNvPr>
          <p:cNvSpPr/>
          <p:nvPr/>
        </p:nvSpPr>
        <p:spPr>
          <a:xfrm>
            <a:off x="8250147" y="2003459"/>
            <a:ext cx="1510302" cy="67809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B838616-FB08-3045-81FA-289FF80BBFF3}"/>
              </a:ext>
            </a:extLst>
          </p:cNvPr>
          <p:cNvSpPr/>
          <p:nvPr/>
        </p:nvSpPr>
        <p:spPr>
          <a:xfrm>
            <a:off x="1387012" y="3346372"/>
            <a:ext cx="1818526" cy="739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Data </a:t>
            </a:r>
            <a:r>
              <a:rPr lang="de-DE" dirty="0" err="1"/>
              <a:t>Compression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04B1F50-60D4-ACF6-4621-21BF8789126D}"/>
              </a:ext>
            </a:extLst>
          </p:cNvPr>
          <p:cNvSpPr/>
          <p:nvPr/>
        </p:nvSpPr>
        <p:spPr>
          <a:xfrm>
            <a:off x="4006921" y="4572000"/>
            <a:ext cx="1602769" cy="6472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Improvement</a:t>
            </a:r>
            <a:endParaRPr lang="de-DE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D07E8C-CE1E-2E62-0A48-40356C9521FC}"/>
              </a:ext>
            </a:extLst>
          </p:cNvPr>
          <p:cNvSpPr/>
          <p:nvPr/>
        </p:nvSpPr>
        <p:spPr>
          <a:xfrm>
            <a:off x="2369536" y="5111393"/>
            <a:ext cx="1674688" cy="44178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Debugging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D89B93-F4D3-85D6-286B-A121DF8DEB9D}"/>
              </a:ext>
            </a:extLst>
          </p:cNvPr>
          <p:cNvSpPr/>
          <p:nvPr/>
        </p:nvSpPr>
        <p:spPr>
          <a:xfrm>
            <a:off x="4489805" y="5512085"/>
            <a:ext cx="2044558" cy="67295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Aesthetic</a:t>
            </a:r>
            <a:r>
              <a:rPr lang="de-DE" dirty="0"/>
              <a:t> </a:t>
            </a:r>
            <a:r>
              <a:rPr lang="de-DE" dirty="0" err="1"/>
              <a:t>improvement</a:t>
            </a:r>
            <a:endParaRPr lang="de-DE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705DDC-AE28-BDA7-A609-800076A75AE3}"/>
              </a:ext>
            </a:extLst>
          </p:cNvPr>
          <p:cNvSpPr/>
          <p:nvPr/>
        </p:nvSpPr>
        <p:spPr>
          <a:xfrm>
            <a:off x="2876764" y="5586573"/>
            <a:ext cx="1767155" cy="5239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Correction</a:t>
            </a:r>
            <a:endParaRPr lang="de-D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850FFD5-C587-7973-0D6C-70256637AA8C}"/>
              </a:ext>
            </a:extLst>
          </p:cNvPr>
          <p:cNvSpPr/>
          <p:nvPr/>
        </p:nvSpPr>
        <p:spPr>
          <a:xfrm>
            <a:off x="4171308" y="6189707"/>
            <a:ext cx="2013736" cy="5702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Colorization</a:t>
            </a:r>
            <a:endParaRPr lang="de-D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2D4C8A-E1F8-9110-02A6-5555DB8819A6}"/>
              </a:ext>
            </a:extLst>
          </p:cNvPr>
          <p:cNvSpPr/>
          <p:nvPr/>
        </p:nvSpPr>
        <p:spPr>
          <a:xfrm>
            <a:off x="7017249" y="5537772"/>
            <a:ext cx="1777430" cy="64727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Entity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0C2377-38A5-F502-F90C-6730FF13D17F}"/>
              </a:ext>
            </a:extLst>
          </p:cNvPr>
          <p:cNvSpPr/>
          <p:nvPr/>
        </p:nvSpPr>
        <p:spPr>
          <a:xfrm>
            <a:off x="6863136" y="6185043"/>
            <a:ext cx="1941818" cy="58562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Automatic</a:t>
            </a:r>
            <a:r>
              <a:rPr lang="de-DE" dirty="0"/>
              <a:t> Annotation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4FF0EE-B239-2B77-4B09-713D5BC2E1BA}"/>
              </a:ext>
            </a:extLst>
          </p:cNvPr>
          <p:cNvSpPr/>
          <p:nvPr/>
        </p:nvSpPr>
        <p:spPr>
          <a:xfrm>
            <a:off x="8794679" y="6041204"/>
            <a:ext cx="1777430" cy="60617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Sentiment Analysis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EB1736-5E19-2CDC-22AA-99277CE783E6}"/>
              </a:ext>
            </a:extLst>
          </p:cNvPr>
          <p:cNvSpPr/>
          <p:nvPr/>
        </p:nvSpPr>
        <p:spPr>
          <a:xfrm>
            <a:off x="8427655" y="5265505"/>
            <a:ext cx="1828799" cy="56507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Intent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7D09EE5-B5A4-0AA9-6427-4C41982207FB}"/>
              </a:ext>
            </a:extLst>
          </p:cNvPr>
          <p:cNvSpPr/>
          <p:nvPr/>
        </p:nvSpPr>
        <p:spPr>
          <a:xfrm>
            <a:off x="1880170" y="6077163"/>
            <a:ext cx="1993187" cy="5342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Restauration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401E73-1D03-61D0-931F-F9FB283393E2}"/>
              </a:ext>
            </a:extLst>
          </p:cNvPr>
          <p:cNvSpPr/>
          <p:nvPr/>
        </p:nvSpPr>
        <p:spPr>
          <a:xfrm>
            <a:off x="9760449" y="1158409"/>
            <a:ext cx="1664414" cy="46747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Tracking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402CB35-DB0A-8BB9-DDF8-C1208BF44F0C}"/>
              </a:ext>
            </a:extLst>
          </p:cNvPr>
          <p:cNvSpPr/>
          <p:nvPr/>
        </p:nvSpPr>
        <p:spPr>
          <a:xfrm>
            <a:off x="9928156" y="1751741"/>
            <a:ext cx="2184971" cy="5856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Segmentation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9E90191-A373-D938-25FA-BA7321ACA429}"/>
              </a:ext>
            </a:extLst>
          </p:cNvPr>
          <p:cNvSpPr/>
          <p:nvPr/>
        </p:nvSpPr>
        <p:spPr>
          <a:xfrm>
            <a:off x="9832368" y="2380559"/>
            <a:ext cx="2321959" cy="64727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Salient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5850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B7A966-E8FD-A2D7-52CC-DAAD5274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87EA682B-AB01-0490-2DD7-7E78810AEA1F}"/>
              </a:ext>
            </a:extLst>
          </p:cNvPr>
          <p:cNvSpPr/>
          <p:nvPr/>
        </p:nvSpPr>
        <p:spPr>
          <a:xfrm>
            <a:off x="4551452" y="2599362"/>
            <a:ext cx="2116476" cy="1078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6D14042-11F2-4303-C486-C58206581916}"/>
              </a:ext>
            </a:extLst>
          </p:cNvPr>
          <p:cNvSpPr/>
          <p:nvPr/>
        </p:nvSpPr>
        <p:spPr>
          <a:xfrm>
            <a:off x="2178121" y="1089061"/>
            <a:ext cx="1993187" cy="503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Personalization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D0B8F2-9153-E817-7400-8B244FD5AAA1}"/>
              </a:ext>
            </a:extLst>
          </p:cNvPr>
          <p:cNvSpPr/>
          <p:nvPr/>
        </p:nvSpPr>
        <p:spPr>
          <a:xfrm>
            <a:off x="6096000" y="1089061"/>
            <a:ext cx="1558247" cy="503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E853942-7D2A-8457-9D6C-F5681FD5807E}"/>
              </a:ext>
            </a:extLst>
          </p:cNvPr>
          <p:cNvSpPr/>
          <p:nvPr/>
        </p:nvSpPr>
        <p:spPr>
          <a:xfrm>
            <a:off x="7654247" y="3380198"/>
            <a:ext cx="1746607" cy="5959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Generation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98CA1D-6B71-7279-029F-0EF907E484A9}"/>
              </a:ext>
            </a:extLst>
          </p:cNvPr>
          <p:cNvSpPr/>
          <p:nvPr/>
        </p:nvSpPr>
        <p:spPr>
          <a:xfrm>
            <a:off x="10202238" y="3976099"/>
            <a:ext cx="1582220" cy="6678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Chatbotss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F6BB46-6052-F4D3-DC3F-C5636E8E4FA9}"/>
              </a:ext>
            </a:extLst>
          </p:cNvPr>
          <p:cNvSpPr/>
          <p:nvPr/>
        </p:nvSpPr>
        <p:spPr>
          <a:xfrm>
            <a:off x="9832368" y="3359651"/>
            <a:ext cx="1253447" cy="58562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Image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DD46AA-9353-F950-BFAF-6D5A7BB6829A}"/>
              </a:ext>
            </a:extLst>
          </p:cNvPr>
          <p:cNvSpPr/>
          <p:nvPr/>
        </p:nvSpPr>
        <p:spPr>
          <a:xfrm>
            <a:off x="8804954" y="3904180"/>
            <a:ext cx="1582220" cy="5650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Video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91E69C-E94E-A3AF-CE8F-762757833CA3}"/>
              </a:ext>
            </a:extLst>
          </p:cNvPr>
          <p:cNvSpPr/>
          <p:nvPr/>
        </p:nvSpPr>
        <p:spPr>
          <a:xfrm>
            <a:off x="10683544" y="4715838"/>
            <a:ext cx="1417834" cy="6267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Code Writing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345503-4702-997D-FBF9-2E8C3FFEC1B0}"/>
              </a:ext>
            </a:extLst>
          </p:cNvPr>
          <p:cNvSpPr/>
          <p:nvPr/>
        </p:nvSpPr>
        <p:spPr>
          <a:xfrm>
            <a:off x="976045" y="318501"/>
            <a:ext cx="2260314" cy="69864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Recommender</a:t>
            </a:r>
            <a:r>
              <a:rPr lang="de-DE" dirty="0"/>
              <a:t> Systems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937299D-E40D-1A90-60CB-5E1771CD199D}"/>
              </a:ext>
            </a:extLst>
          </p:cNvPr>
          <p:cNvSpPr/>
          <p:nvPr/>
        </p:nvSpPr>
        <p:spPr>
          <a:xfrm>
            <a:off x="462337" y="1664413"/>
            <a:ext cx="2260314" cy="7397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Personalized</a:t>
            </a:r>
            <a:r>
              <a:rPr lang="de-DE" dirty="0"/>
              <a:t> Chatbots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DC5B533-0408-509F-36A4-FA8AE1819640}"/>
              </a:ext>
            </a:extLst>
          </p:cNvPr>
          <p:cNvSpPr/>
          <p:nvPr/>
        </p:nvSpPr>
        <p:spPr>
          <a:xfrm>
            <a:off x="6842588" y="4772346"/>
            <a:ext cx="1582221" cy="58562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Analysis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40F7EDF-4C8F-2651-5339-46C765B253A9}"/>
              </a:ext>
            </a:extLst>
          </p:cNvPr>
          <p:cNvSpPr/>
          <p:nvPr/>
        </p:nvSpPr>
        <p:spPr>
          <a:xfrm>
            <a:off x="8250147" y="2003459"/>
            <a:ext cx="1510302" cy="67809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07F8FBF-FAE5-9853-6A47-E4C934627FC6}"/>
              </a:ext>
            </a:extLst>
          </p:cNvPr>
          <p:cNvSpPr/>
          <p:nvPr/>
        </p:nvSpPr>
        <p:spPr>
          <a:xfrm>
            <a:off x="1387012" y="3346372"/>
            <a:ext cx="1818526" cy="739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Data </a:t>
            </a:r>
            <a:r>
              <a:rPr lang="de-DE" dirty="0" err="1"/>
              <a:t>Compression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9C5DB73-79B1-E19C-1E78-053422C7BC1C}"/>
              </a:ext>
            </a:extLst>
          </p:cNvPr>
          <p:cNvSpPr/>
          <p:nvPr/>
        </p:nvSpPr>
        <p:spPr>
          <a:xfrm>
            <a:off x="4006921" y="4572000"/>
            <a:ext cx="1602769" cy="6472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Improvement</a:t>
            </a:r>
            <a:endParaRPr lang="de-DE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A027493-96BD-4C70-3803-E42BF04B6430}"/>
              </a:ext>
            </a:extLst>
          </p:cNvPr>
          <p:cNvSpPr/>
          <p:nvPr/>
        </p:nvSpPr>
        <p:spPr>
          <a:xfrm>
            <a:off x="2369536" y="5111393"/>
            <a:ext cx="1674688" cy="44178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Debugging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75E88F0-4D1F-2A91-0451-56808AD38FB1}"/>
              </a:ext>
            </a:extLst>
          </p:cNvPr>
          <p:cNvSpPr/>
          <p:nvPr/>
        </p:nvSpPr>
        <p:spPr>
          <a:xfrm>
            <a:off x="4489805" y="5512085"/>
            <a:ext cx="2044558" cy="67295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Aesthetic</a:t>
            </a:r>
            <a:r>
              <a:rPr lang="de-DE" dirty="0"/>
              <a:t> </a:t>
            </a:r>
            <a:r>
              <a:rPr lang="de-DE" dirty="0" err="1"/>
              <a:t>improvement</a:t>
            </a:r>
            <a:endParaRPr lang="de-DE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6A7C959-555A-7B0E-2DB3-1C639F52E066}"/>
              </a:ext>
            </a:extLst>
          </p:cNvPr>
          <p:cNvSpPr/>
          <p:nvPr/>
        </p:nvSpPr>
        <p:spPr>
          <a:xfrm>
            <a:off x="2876764" y="5586573"/>
            <a:ext cx="1767155" cy="5239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Correction</a:t>
            </a:r>
            <a:endParaRPr lang="de-D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25E539-DF32-82FC-262E-3DCD0664EAC8}"/>
              </a:ext>
            </a:extLst>
          </p:cNvPr>
          <p:cNvSpPr/>
          <p:nvPr/>
        </p:nvSpPr>
        <p:spPr>
          <a:xfrm>
            <a:off x="4171308" y="6189707"/>
            <a:ext cx="2013736" cy="5702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Colorization</a:t>
            </a:r>
            <a:endParaRPr lang="de-D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3B71233-771B-3D08-4871-7E783D5BC3D7}"/>
              </a:ext>
            </a:extLst>
          </p:cNvPr>
          <p:cNvSpPr/>
          <p:nvPr/>
        </p:nvSpPr>
        <p:spPr>
          <a:xfrm>
            <a:off x="7017249" y="5537772"/>
            <a:ext cx="1777430" cy="64727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Entity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D6B2B6-4AD1-0AFE-96FB-D408639B2EC2}"/>
              </a:ext>
            </a:extLst>
          </p:cNvPr>
          <p:cNvSpPr/>
          <p:nvPr/>
        </p:nvSpPr>
        <p:spPr>
          <a:xfrm>
            <a:off x="6863136" y="6185043"/>
            <a:ext cx="1941818" cy="58562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Automatic</a:t>
            </a:r>
            <a:r>
              <a:rPr lang="de-DE" dirty="0"/>
              <a:t> Annotation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A6B7CDA-9E79-ED63-A8DD-C887C54319B1}"/>
              </a:ext>
            </a:extLst>
          </p:cNvPr>
          <p:cNvSpPr/>
          <p:nvPr/>
        </p:nvSpPr>
        <p:spPr>
          <a:xfrm>
            <a:off x="8794679" y="6041204"/>
            <a:ext cx="1777430" cy="60617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Sentiment Analysis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776E3C8-1761-0387-27A1-A73225A8C549}"/>
              </a:ext>
            </a:extLst>
          </p:cNvPr>
          <p:cNvSpPr/>
          <p:nvPr/>
        </p:nvSpPr>
        <p:spPr>
          <a:xfrm>
            <a:off x="8427655" y="5265505"/>
            <a:ext cx="1828799" cy="56507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Intent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FB486A0-C003-E31A-54F9-8D40CDB3B548}"/>
              </a:ext>
            </a:extLst>
          </p:cNvPr>
          <p:cNvSpPr/>
          <p:nvPr/>
        </p:nvSpPr>
        <p:spPr>
          <a:xfrm>
            <a:off x="1880170" y="6077163"/>
            <a:ext cx="1993187" cy="5342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Restauration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2E0713C-BC21-E0FB-7108-3CB9E8E02227}"/>
              </a:ext>
            </a:extLst>
          </p:cNvPr>
          <p:cNvSpPr/>
          <p:nvPr/>
        </p:nvSpPr>
        <p:spPr>
          <a:xfrm>
            <a:off x="9760449" y="1158409"/>
            <a:ext cx="1664414" cy="46747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Tracking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D2F120D-6D78-E12C-FE0F-40FE8893A183}"/>
              </a:ext>
            </a:extLst>
          </p:cNvPr>
          <p:cNvSpPr/>
          <p:nvPr/>
        </p:nvSpPr>
        <p:spPr>
          <a:xfrm>
            <a:off x="9928156" y="1751741"/>
            <a:ext cx="2184971" cy="5856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Segmentation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64A222-2F15-FCF4-B344-A483594F7325}"/>
              </a:ext>
            </a:extLst>
          </p:cNvPr>
          <p:cNvSpPr/>
          <p:nvPr/>
        </p:nvSpPr>
        <p:spPr>
          <a:xfrm>
            <a:off x="9832368" y="2380559"/>
            <a:ext cx="2321959" cy="64727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Salient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287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ADAAADD-10A6-E0FD-7D28-29ABE5F420F9}"/>
              </a:ext>
            </a:extLst>
          </p:cNvPr>
          <p:cNvSpPr/>
          <p:nvPr/>
        </p:nvSpPr>
        <p:spPr>
          <a:xfrm>
            <a:off x="4551452" y="2599362"/>
            <a:ext cx="2116476" cy="1078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D49F388-B454-F6A6-62A6-FBA380A0744E}"/>
              </a:ext>
            </a:extLst>
          </p:cNvPr>
          <p:cNvSpPr/>
          <p:nvPr/>
        </p:nvSpPr>
        <p:spPr>
          <a:xfrm>
            <a:off x="2178121" y="1089061"/>
            <a:ext cx="1993187" cy="5034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Personalization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7EE9AAA-7BDD-C627-6782-12CEB1627C8E}"/>
              </a:ext>
            </a:extLst>
          </p:cNvPr>
          <p:cNvSpPr/>
          <p:nvPr/>
        </p:nvSpPr>
        <p:spPr>
          <a:xfrm>
            <a:off x="6096000" y="1089061"/>
            <a:ext cx="1558247" cy="503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Prediction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35B632E-34D9-A06F-F092-C0BD66D4A72F}"/>
              </a:ext>
            </a:extLst>
          </p:cNvPr>
          <p:cNvSpPr/>
          <p:nvPr/>
        </p:nvSpPr>
        <p:spPr>
          <a:xfrm>
            <a:off x="7654247" y="3380198"/>
            <a:ext cx="1746607" cy="5959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Generation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55E5E8-707E-B584-B99C-463A98AB1FCA}"/>
              </a:ext>
            </a:extLst>
          </p:cNvPr>
          <p:cNvSpPr/>
          <p:nvPr/>
        </p:nvSpPr>
        <p:spPr>
          <a:xfrm>
            <a:off x="7033426" y="254284"/>
            <a:ext cx="1407560" cy="7448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Digital Twins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EB12F7-D1E1-2BDC-0C7F-8AB6E6883E88}"/>
              </a:ext>
            </a:extLst>
          </p:cNvPr>
          <p:cNvSpPr/>
          <p:nvPr/>
        </p:nvSpPr>
        <p:spPr>
          <a:xfrm>
            <a:off x="10202238" y="3976099"/>
            <a:ext cx="1582220" cy="66782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Chatbotss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282975-1CF6-CD1B-D2C5-5A5CC711B7C8}"/>
              </a:ext>
            </a:extLst>
          </p:cNvPr>
          <p:cNvSpPr/>
          <p:nvPr/>
        </p:nvSpPr>
        <p:spPr>
          <a:xfrm>
            <a:off x="9832368" y="3359651"/>
            <a:ext cx="1253447" cy="58562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Image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B33713-5A27-215B-637A-DF9DF2ACF964}"/>
              </a:ext>
            </a:extLst>
          </p:cNvPr>
          <p:cNvSpPr/>
          <p:nvPr/>
        </p:nvSpPr>
        <p:spPr>
          <a:xfrm>
            <a:off x="8804954" y="3904180"/>
            <a:ext cx="1582220" cy="56507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</a:t>
            </a:r>
            <a:r>
              <a:rPr lang="de-DE" dirty="0"/>
              <a:t> Video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E26C23-D176-E1D9-62DD-7850395DC1BC}"/>
              </a:ext>
            </a:extLst>
          </p:cNvPr>
          <p:cNvSpPr/>
          <p:nvPr/>
        </p:nvSpPr>
        <p:spPr>
          <a:xfrm>
            <a:off x="10683544" y="4715838"/>
            <a:ext cx="1417834" cy="62672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Code Writing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130380-AD8B-5185-9577-D6D6A3D61F7E}"/>
              </a:ext>
            </a:extLst>
          </p:cNvPr>
          <p:cNvSpPr/>
          <p:nvPr/>
        </p:nvSpPr>
        <p:spPr>
          <a:xfrm>
            <a:off x="976045" y="318501"/>
            <a:ext cx="2260314" cy="69864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Recommender</a:t>
            </a:r>
            <a:r>
              <a:rPr lang="de-DE" dirty="0"/>
              <a:t> Systems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A09E4C-5567-E337-A36A-175DA06E398E}"/>
              </a:ext>
            </a:extLst>
          </p:cNvPr>
          <p:cNvSpPr/>
          <p:nvPr/>
        </p:nvSpPr>
        <p:spPr>
          <a:xfrm>
            <a:off x="462337" y="1664413"/>
            <a:ext cx="2260314" cy="7397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Personalized</a:t>
            </a:r>
            <a:r>
              <a:rPr lang="de-DE" dirty="0"/>
              <a:t> Chatbots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F577EBF-5B9A-F359-346F-7146144FB130}"/>
              </a:ext>
            </a:extLst>
          </p:cNvPr>
          <p:cNvSpPr/>
          <p:nvPr/>
        </p:nvSpPr>
        <p:spPr>
          <a:xfrm>
            <a:off x="6842588" y="4772346"/>
            <a:ext cx="1582221" cy="58562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Analysis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7CCC53C-F52F-5AFB-97A5-BB06D0CD78A4}"/>
              </a:ext>
            </a:extLst>
          </p:cNvPr>
          <p:cNvSpPr/>
          <p:nvPr/>
        </p:nvSpPr>
        <p:spPr>
          <a:xfrm>
            <a:off x="8250147" y="2003459"/>
            <a:ext cx="1510302" cy="67809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Extraction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2347D46-CA26-F7AF-AABE-B9C458B40550}"/>
              </a:ext>
            </a:extLst>
          </p:cNvPr>
          <p:cNvSpPr/>
          <p:nvPr/>
        </p:nvSpPr>
        <p:spPr>
          <a:xfrm>
            <a:off x="1387012" y="3346372"/>
            <a:ext cx="1818526" cy="739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Data </a:t>
            </a:r>
            <a:r>
              <a:rPr lang="de-DE" dirty="0" err="1"/>
              <a:t>Compression</a:t>
            </a:r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22BE502-0B65-FD26-7806-439BC6724344}"/>
              </a:ext>
            </a:extLst>
          </p:cNvPr>
          <p:cNvSpPr/>
          <p:nvPr/>
        </p:nvSpPr>
        <p:spPr>
          <a:xfrm>
            <a:off x="4006921" y="4572000"/>
            <a:ext cx="1602769" cy="6472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Content </a:t>
            </a:r>
            <a:r>
              <a:rPr lang="de-DE" dirty="0" err="1"/>
              <a:t>Improvement</a:t>
            </a:r>
            <a:endParaRPr lang="de-DE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8B15E6F-9FB1-61CC-428A-143A10A1C89E}"/>
              </a:ext>
            </a:extLst>
          </p:cNvPr>
          <p:cNvSpPr/>
          <p:nvPr/>
        </p:nvSpPr>
        <p:spPr>
          <a:xfrm>
            <a:off x="2369536" y="5111393"/>
            <a:ext cx="1674688" cy="44178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Debugging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293644-3B02-CA9B-4ACA-BFC7D78E2D9D}"/>
              </a:ext>
            </a:extLst>
          </p:cNvPr>
          <p:cNvSpPr/>
          <p:nvPr/>
        </p:nvSpPr>
        <p:spPr>
          <a:xfrm>
            <a:off x="4489805" y="5512085"/>
            <a:ext cx="2044558" cy="67295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Aesthetic</a:t>
            </a:r>
            <a:r>
              <a:rPr lang="de-DE" dirty="0"/>
              <a:t> </a:t>
            </a:r>
            <a:r>
              <a:rPr lang="de-DE" dirty="0" err="1"/>
              <a:t>improvement</a:t>
            </a:r>
            <a:endParaRPr lang="de-DE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27E0979-18B0-D9D1-3D01-FE6B2739DE79}"/>
              </a:ext>
            </a:extLst>
          </p:cNvPr>
          <p:cNvSpPr/>
          <p:nvPr/>
        </p:nvSpPr>
        <p:spPr>
          <a:xfrm>
            <a:off x="2876764" y="5586573"/>
            <a:ext cx="1767155" cy="5239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Correction</a:t>
            </a:r>
            <a:endParaRPr lang="de-D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9C5272B-8AA5-75A4-F706-B2F4BC12C1C9}"/>
              </a:ext>
            </a:extLst>
          </p:cNvPr>
          <p:cNvSpPr/>
          <p:nvPr/>
        </p:nvSpPr>
        <p:spPr>
          <a:xfrm>
            <a:off x="4171308" y="6189707"/>
            <a:ext cx="2013736" cy="5702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Colorization</a:t>
            </a:r>
            <a:endParaRPr lang="de-D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ACE99E-42C5-BEF2-0120-21BD3A1BF122}"/>
              </a:ext>
            </a:extLst>
          </p:cNvPr>
          <p:cNvSpPr/>
          <p:nvPr/>
        </p:nvSpPr>
        <p:spPr>
          <a:xfrm>
            <a:off x="7017249" y="5537772"/>
            <a:ext cx="1777430" cy="64727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Entity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0C7A51-6CB4-BCF0-5B17-362BE6459EE9}"/>
              </a:ext>
            </a:extLst>
          </p:cNvPr>
          <p:cNvSpPr/>
          <p:nvPr/>
        </p:nvSpPr>
        <p:spPr>
          <a:xfrm>
            <a:off x="6863136" y="6185043"/>
            <a:ext cx="1941818" cy="58562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Automatic</a:t>
            </a:r>
            <a:r>
              <a:rPr lang="de-DE" dirty="0"/>
              <a:t> Annotation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1F7DC3-028C-6A29-30E5-14F703456DE9}"/>
              </a:ext>
            </a:extLst>
          </p:cNvPr>
          <p:cNvSpPr/>
          <p:nvPr/>
        </p:nvSpPr>
        <p:spPr>
          <a:xfrm>
            <a:off x="8794679" y="6041204"/>
            <a:ext cx="1777430" cy="606176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Sentiment Analysis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795885D-4B52-30BE-C9B8-1961608AFD0F}"/>
              </a:ext>
            </a:extLst>
          </p:cNvPr>
          <p:cNvSpPr/>
          <p:nvPr/>
        </p:nvSpPr>
        <p:spPr>
          <a:xfrm>
            <a:off x="8427655" y="5265505"/>
            <a:ext cx="1828799" cy="56507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Intent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0A44165-8408-D5A0-BC11-CB314BCDFE8D}"/>
              </a:ext>
            </a:extLst>
          </p:cNvPr>
          <p:cNvSpPr/>
          <p:nvPr/>
        </p:nvSpPr>
        <p:spPr>
          <a:xfrm>
            <a:off x="1880170" y="6077163"/>
            <a:ext cx="1993187" cy="5342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Restauration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2BA528-6691-FA76-097F-C3E9A6D00B12}"/>
              </a:ext>
            </a:extLst>
          </p:cNvPr>
          <p:cNvSpPr/>
          <p:nvPr/>
        </p:nvSpPr>
        <p:spPr>
          <a:xfrm>
            <a:off x="9760449" y="1158409"/>
            <a:ext cx="1664414" cy="46747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Tracking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12A9CC1-18E6-4E8C-43E3-7C15EE0BBCE4}"/>
              </a:ext>
            </a:extLst>
          </p:cNvPr>
          <p:cNvSpPr/>
          <p:nvPr/>
        </p:nvSpPr>
        <p:spPr>
          <a:xfrm>
            <a:off x="9928156" y="1751741"/>
            <a:ext cx="2184971" cy="5856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Segmentation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A01947-BD80-53DD-8EF3-3D2ABAC78948}"/>
              </a:ext>
            </a:extLst>
          </p:cNvPr>
          <p:cNvSpPr/>
          <p:nvPr/>
        </p:nvSpPr>
        <p:spPr>
          <a:xfrm>
            <a:off x="9832368" y="2380559"/>
            <a:ext cx="2321959" cy="64727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Salient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7212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0D329-DBEC-EAD3-E8DC-7660995A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D5AC3D3-29A7-3A75-9A7D-CA14B9DC5F05}"/>
              </a:ext>
            </a:extLst>
          </p:cNvPr>
          <p:cNvSpPr txBox="1"/>
          <p:nvPr/>
        </p:nvSpPr>
        <p:spPr>
          <a:xfrm>
            <a:off x="4490977" y="2500132"/>
            <a:ext cx="3941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 err="1">
                <a:solidFill>
                  <a:srgbClr val="FFC000"/>
                </a:solidFill>
              </a:rPr>
              <a:t>Is</a:t>
            </a:r>
            <a:r>
              <a:rPr lang="de-DE" sz="4000" dirty="0">
                <a:solidFill>
                  <a:srgbClr val="FFC000"/>
                </a:solidFill>
              </a:rPr>
              <a:t> </a:t>
            </a:r>
            <a:r>
              <a:rPr lang="de-DE" sz="4000" dirty="0" err="1">
                <a:solidFill>
                  <a:srgbClr val="FFC000"/>
                </a:solidFill>
              </a:rPr>
              <a:t>it</a:t>
            </a:r>
            <a:r>
              <a:rPr lang="de-DE" sz="4000" dirty="0">
                <a:solidFill>
                  <a:srgbClr val="FFC000"/>
                </a:solidFill>
              </a:rPr>
              <a:t> a </a:t>
            </a:r>
            <a:r>
              <a:rPr lang="de-DE" sz="4000" dirty="0" err="1">
                <a:solidFill>
                  <a:srgbClr val="FFC000"/>
                </a:solidFill>
              </a:rPr>
              <a:t>technology</a:t>
            </a:r>
            <a:r>
              <a:rPr lang="de-DE" sz="4000" dirty="0">
                <a:solidFill>
                  <a:srgbClr val="FFC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01916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E3682BFC-A6D9-E8B6-23D2-E5EB4C596162}"/>
              </a:ext>
            </a:extLst>
          </p:cNvPr>
          <p:cNvSpPr/>
          <p:nvPr/>
        </p:nvSpPr>
        <p:spPr>
          <a:xfrm>
            <a:off x="4685016" y="2856216"/>
            <a:ext cx="2363056" cy="1119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Political/</a:t>
            </a:r>
            <a:r>
              <a:rPr lang="de-DE" dirty="0" err="1"/>
              <a:t>societal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on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7C35FDB-018A-71EE-AD83-FD79C0C2DC4D}"/>
              </a:ext>
            </a:extLst>
          </p:cNvPr>
          <p:cNvSpPr/>
          <p:nvPr/>
        </p:nvSpPr>
        <p:spPr>
          <a:xfrm>
            <a:off x="2034283" y="1679824"/>
            <a:ext cx="1880171" cy="5445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77530E3-A476-F67C-23DF-CDD7EBB0D7BB}"/>
              </a:ext>
            </a:extLst>
          </p:cNvPr>
          <p:cNvSpPr/>
          <p:nvPr/>
        </p:nvSpPr>
        <p:spPr>
          <a:xfrm>
            <a:off x="6096000" y="847618"/>
            <a:ext cx="1804827" cy="7397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Environmental  Problems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57103E4-25AA-0755-6B01-BE3272D10CC3}"/>
              </a:ext>
            </a:extLst>
          </p:cNvPr>
          <p:cNvSpPr/>
          <p:nvPr/>
        </p:nvSpPr>
        <p:spPr>
          <a:xfrm>
            <a:off x="8130280" y="3003969"/>
            <a:ext cx="1993186" cy="66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Proprietary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782A454-A383-671F-BCE4-94C793D75AA9}"/>
              </a:ext>
            </a:extLst>
          </p:cNvPr>
          <p:cNvSpPr/>
          <p:nvPr/>
        </p:nvSpPr>
        <p:spPr>
          <a:xfrm>
            <a:off x="2029146" y="2862571"/>
            <a:ext cx="2034283" cy="7037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Enlightment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805EB3F-ABD6-EC82-C338-2A6425EC9F0E}"/>
              </a:ext>
            </a:extLst>
          </p:cNvPr>
          <p:cNvSpPr/>
          <p:nvPr/>
        </p:nvSpPr>
        <p:spPr>
          <a:xfrm>
            <a:off x="6277510" y="4226531"/>
            <a:ext cx="1787704" cy="7628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Total </a:t>
            </a:r>
            <a:r>
              <a:rPr lang="de-DE" dirty="0" err="1"/>
              <a:t>surveillance</a:t>
            </a:r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FD53C51-44C4-3AB9-DF6B-3A4C0C22A31E}"/>
              </a:ext>
            </a:extLst>
          </p:cNvPr>
          <p:cNvSpPr/>
          <p:nvPr/>
        </p:nvSpPr>
        <p:spPr>
          <a:xfrm>
            <a:off x="2630606" y="4287137"/>
            <a:ext cx="1899008" cy="952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Manipulation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opinions</a:t>
            </a:r>
            <a:r>
              <a:rPr lang="de-DE" dirty="0"/>
              <a:t> </a:t>
            </a:r>
          </a:p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B75A6EC-7D11-DFEB-80FD-274F98606D91}"/>
              </a:ext>
            </a:extLst>
          </p:cNvPr>
          <p:cNvSpPr/>
          <p:nvPr/>
        </p:nvSpPr>
        <p:spPr>
          <a:xfrm>
            <a:off x="4032605" y="1101656"/>
            <a:ext cx="1849349" cy="76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Vulnerable World </a:t>
            </a:r>
            <a:r>
              <a:rPr lang="de-DE" dirty="0" err="1"/>
              <a:t>Risks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860E1B7-D803-17DF-12AD-F442142A4921}"/>
              </a:ext>
            </a:extLst>
          </p:cNvPr>
          <p:cNvSpPr/>
          <p:nvPr/>
        </p:nvSpPr>
        <p:spPr>
          <a:xfrm>
            <a:off x="7483000" y="1851917"/>
            <a:ext cx="2121613" cy="5188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 at </a:t>
            </a:r>
            <a:r>
              <a:rPr lang="de-DE" dirty="0" err="1"/>
              <a:t>machine</a:t>
            </a:r>
            <a:r>
              <a:rPr lang="de-DE" dirty="0"/>
              <a:t> time</a:t>
            </a:r>
          </a:p>
        </p:txBody>
      </p:sp>
    </p:spTree>
    <p:extLst>
      <p:ext uri="{BB962C8B-B14F-4D97-AF65-F5344CB8AC3E}">
        <p14:creationId xmlns:p14="http://schemas.microsoft.com/office/powerpoint/2010/main" val="3008927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8340A-1455-4EFC-C08D-165B424C3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710CD2E5-E8DB-E5FE-8052-C1E0BFD7CFC6}"/>
              </a:ext>
            </a:extLst>
          </p:cNvPr>
          <p:cNvSpPr/>
          <p:nvPr/>
        </p:nvSpPr>
        <p:spPr>
          <a:xfrm>
            <a:off x="4685016" y="2856216"/>
            <a:ext cx="2363056" cy="1119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Political/</a:t>
            </a:r>
            <a:r>
              <a:rPr lang="de-DE" dirty="0" err="1"/>
              <a:t>societal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on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C6EF719-4099-64AC-7F8B-574794F33C5A}"/>
              </a:ext>
            </a:extLst>
          </p:cNvPr>
          <p:cNvSpPr/>
          <p:nvPr/>
        </p:nvSpPr>
        <p:spPr>
          <a:xfrm>
            <a:off x="2034283" y="1679824"/>
            <a:ext cx="1880171" cy="5445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1E39EFA-3ED6-2C6B-E3BE-154BC9D32D9A}"/>
              </a:ext>
            </a:extLst>
          </p:cNvPr>
          <p:cNvSpPr/>
          <p:nvPr/>
        </p:nvSpPr>
        <p:spPr>
          <a:xfrm>
            <a:off x="6096000" y="847618"/>
            <a:ext cx="1804827" cy="7397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Environmental 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2AC81DD-E2B2-0E2E-4B47-24FA35DBAB34}"/>
              </a:ext>
            </a:extLst>
          </p:cNvPr>
          <p:cNvSpPr/>
          <p:nvPr/>
        </p:nvSpPr>
        <p:spPr>
          <a:xfrm>
            <a:off x="5239819" y="182367"/>
            <a:ext cx="2231203" cy="7936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Energy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46EE9E5-62CE-238A-C7C4-C5FBC388B6B6}"/>
              </a:ext>
            </a:extLst>
          </p:cNvPr>
          <p:cNvSpPr/>
          <p:nvPr/>
        </p:nvSpPr>
        <p:spPr>
          <a:xfrm>
            <a:off x="8130280" y="3003969"/>
            <a:ext cx="1993186" cy="66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Proprietary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4D7AFD4-358E-6C4A-B09C-A3BE507897BE}"/>
              </a:ext>
            </a:extLst>
          </p:cNvPr>
          <p:cNvSpPr/>
          <p:nvPr/>
        </p:nvSpPr>
        <p:spPr>
          <a:xfrm>
            <a:off x="2029146" y="2862571"/>
            <a:ext cx="2034283" cy="7037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Enlightment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56A3839-85B6-B922-1555-CBA33B43F323}"/>
              </a:ext>
            </a:extLst>
          </p:cNvPr>
          <p:cNvSpPr/>
          <p:nvPr/>
        </p:nvSpPr>
        <p:spPr>
          <a:xfrm>
            <a:off x="6277510" y="4226531"/>
            <a:ext cx="1787704" cy="7628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Total </a:t>
            </a:r>
            <a:r>
              <a:rPr lang="de-DE" dirty="0" err="1"/>
              <a:t>surveillance</a:t>
            </a:r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54FAF48-B5FC-5EF4-4666-9593D1887841}"/>
              </a:ext>
            </a:extLst>
          </p:cNvPr>
          <p:cNvSpPr/>
          <p:nvPr/>
        </p:nvSpPr>
        <p:spPr>
          <a:xfrm>
            <a:off x="2630606" y="4287137"/>
            <a:ext cx="1899008" cy="952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Manipulation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opinions</a:t>
            </a:r>
            <a:r>
              <a:rPr lang="de-DE" dirty="0"/>
              <a:t> </a:t>
            </a:r>
          </a:p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2AC7F28-37F1-B234-0B47-C478B00BAFF4}"/>
              </a:ext>
            </a:extLst>
          </p:cNvPr>
          <p:cNvSpPr/>
          <p:nvPr/>
        </p:nvSpPr>
        <p:spPr>
          <a:xfrm>
            <a:off x="4032605" y="1101656"/>
            <a:ext cx="1849349" cy="76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Vulnerable World </a:t>
            </a:r>
            <a:r>
              <a:rPr lang="de-DE" dirty="0" err="1"/>
              <a:t>Risks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D732542-9C1B-97DA-FF4C-38DF4A812388}"/>
              </a:ext>
            </a:extLst>
          </p:cNvPr>
          <p:cNvSpPr/>
          <p:nvPr/>
        </p:nvSpPr>
        <p:spPr>
          <a:xfrm>
            <a:off x="7483000" y="1851917"/>
            <a:ext cx="2121613" cy="5188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 at </a:t>
            </a:r>
            <a:r>
              <a:rPr lang="de-DE" dirty="0" err="1"/>
              <a:t>machine</a:t>
            </a:r>
            <a:r>
              <a:rPr lang="de-DE" dirty="0"/>
              <a:t> time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31542FB-6D91-63A5-A014-E1A65C19FD3E}"/>
              </a:ext>
            </a:extLst>
          </p:cNvPr>
          <p:cNvSpPr/>
          <p:nvPr/>
        </p:nvSpPr>
        <p:spPr>
          <a:xfrm>
            <a:off x="7547222" y="317857"/>
            <a:ext cx="2231204" cy="67295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consumption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8928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F538C-FD42-2FE6-327B-94356EE2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551A7DF7-6590-F865-564A-327DF39A33B6}"/>
              </a:ext>
            </a:extLst>
          </p:cNvPr>
          <p:cNvSpPr/>
          <p:nvPr/>
        </p:nvSpPr>
        <p:spPr>
          <a:xfrm>
            <a:off x="4685016" y="2856216"/>
            <a:ext cx="2363056" cy="1119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Political/</a:t>
            </a:r>
            <a:r>
              <a:rPr lang="de-DE" dirty="0" err="1"/>
              <a:t>societal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on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43F2FF6-F1A9-E902-97A0-19AC3E4FE380}"/>
              </a:ext>
            </a:extLst>
          </p:cNvPr>
          <p:cNvSpPr/>
          <p:nvPr/>
        </p:nvSpPr>
        <p:spPr>
          <a:xfrm>
            <a:off x="2034283" y="1679824"/>
            <a:ext cx="1880171" cy="5445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7412335-425B-D329-8045-CF9FF15D7BC6}"/>
              </a:ext>
            </a:extLst>
          </p:cNvPr>
          <p:cNvSpPr/>
          <p:nvPr/>
        </p:nvSpPr>
        <p:spPr>
          <a:xfrm>
            <a:off x="6096000" y="847618"/>
            <a:ext cx="1804827" cy="7397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Environmental 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10FA07-2FFF-68D5-3EB2-54EC83EB11E8}"/>
              </a:ext>
            </a:extLst>
          </p:cNvPr>
          <p:cNvSpPr/>
          <p:nvPr/>
        </p:nvSpPr>
        <p:spPr>
          <a:xfrm>
            <a:off x="5239819" y="182367"/>
            <a:ext cx="2231203" cy="7936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Energy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6F51AA-68BD-8B04-E74E-82719F5EDCC9}"/>
              </a:ext>
            </a:extLst>
          </p:cNvPr>
          <p:cNvSpPr/>
          <p:nvPr/>
        </p:nvSpPr>
        <p:spPr>
          <a:xfrm>
            <a:off x="8130280" y="3003969"/>
            <a:ext cx="1993186" cy="66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Proprietary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23167BA-36CF-D5A4-DED5-2DC546CE17BC}"/>
              </a:ext>
            </a:extLst>
          </p:cNvPr>
          <p:cNvSpPr/>
          <p:nvPr/>
        </p:nvSpPr>
        <p:spPr>
          <a:xfrm>
            <a:off x="2029146" y="2862571"/>
            <a:ext cx="2034283" cy="7037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Enlightment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0ECC8A1-A98D-81BE-68CC-A521FDF077FF}"/>
              </a:ext>
            </a:extLst>
          </p:cNvPr>
          <p:cNvSpPr/>
          <p:nvPr/>
        </p:nvSpPr>
        <p:spPr>
          <a:xfrm>
            <a:off x="6277510" y="4226531"/>
            <a:ext cx="1787704" cy="7628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Total </a:t>
            </a:r>
            <a:r>
              <a:rPr lang="de-DE" dirty="0" err="1"/>
              <a:t>surveillance</a:t>
            </a:r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DEC7FA9-3986-7489-4CB7-1E5797A7AAAB}"/>
              </a:ext>
            </a:extLst>
          </p:cNvPr>
          <p:cNvSpPr/>
          <p:nvPr/>
        </p:nvSpPr>
        <p:spPr>
          <a:xfrm>
            <a:off x="2630606" y="4287137"/>
            <a:ext cx="1899008" cy="952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Manipulation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opinions</a:t>
            </a:r>
            <a:r>
              <a:rPr lang="de-DE" dirty="0"/>
              <a:t> </a:t>
            </a:r>
          </a:p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3032094-C489-2368-2CE7-15C8622E5AC9}"/>
              </a:ext>
            </a:extLst>
          </p:cNvPr>
          <p:cNvSpPr/>
          <p:nvPr/>
        </p:nvSpPr>
        <p:spPr>
          <a:xfrm>
            <a:off x="4032605" y="1101656"/>
            <a:ext cx="1849349" cy="76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Vulnerable World </a:t>
            </a:r>
            <a:r>
              <a:rPr lang="de-DE" dirty="0" err="1"/>
              <a:t>Risks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5725EA2-BF90-8B25-6FB2-D7033C415810}"/>
              </a:ext>
            </a:extLst>
          </p:cNvPr>
          <p:cNvSpPr/>
          <p:nvPr/>
        </p:nvSpPr>
        <p:spPr>
          <a:xfrm>
            <a:off x="1616879" y="405989"/>
            <a:ext cx="3552583" cy="793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unforeseen</a:t>
            </a:r>
            <a:r>
              <a:rPr lang="de-DE" dirty="0"/>
              <a:t> </a:t>
            </a:r>
            <a:r>
              <a:rPr lang="de-DE" dirty="0" err="1"/>
              <a:t>Inventions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controlled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37FBE52-F980-6E2E-BC29-EA3388110423}"/>
              </a:ext>
            </a:extLst>
          </p:cNvPr>
          <p:cNvSpPr/>
          <p:nvPr/>
        </p:nvSpPr>
        <p:spPr>
          <a:xfrm>
            <a:off x="7483000" y="1851917"/>
            <a:ext cx="2121613" cy="5188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 at </a:t>
            </a:r>
            <a:r>
              <a:rPr lang="de-DE" dirty="0" err="1"/>
              <a:t>machine</a:t>
            </a:r>
            <a:r>
              <a:rPr lang="de-DE" dirty="0"/>
              <a:t> time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9DDD5E2-8748-66A9-791E-4E59D0C76737}"/>
              </a:ext>
            </a:extLst>
          </p:cNvPr>
          <p:cNvSpPr/>
          <p:nvPr/>
        </p:nvSpPr>
        <p:spPr>
          <a:xfrm>
            <a:off x="7547222" y="317857"/>
            <a:ext cx="2231204" cy="67295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consumption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3002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74B56-2DC1-4D88-58C8-01AD92390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049EDD3F-8671-0C69-1956-24A8C7377A2D}"/>
              </a:ext>
            </a:extLst>
          </p:cNvPr>
          <p:cNvSpPr/>
          <p:nvPr/>
        </p:nvSpPr>
        <p:spPr>
          <a:xfrm>
            <a:off x="4685016" y="2856216"/>
            <a:ext cx="2363056" cy="1119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Political/</a:t>
            </a:r>
            <a:r>
              <a:rPr lang="de-DE" dirty="0" err="1"/>
              <a:t>societal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on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CD166B1-D8E5-FFAE-7233-4D97000970B8}"/>
              </a:ext>
            </a:extLst>
          </p:cNvPr>
          <p:cNvSpPr/>
          <p:nvPr/>
        </p:nvSpPr>
        <p:spPr>
          <a:xfrm>
            <a:off x="2034283" y="1679824"/>
            <a:ext cx="1880171" cy="5445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2C2DE2-69E2-8626-000F-2EA7C67AD456}"/>
              </a:ext>
            </a:extLst>
          </p:cNvPr>
          <p:cNvSpPr/>
          <p:nvPr/>
        </p:nvSpPr>
        <p:spPr>
          <a:xfrm>
            <a:off x="1166117" y="1245741"/>
            <a:ext cx="1890445" cy="6061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bullshit</a:t>
            </a:r>
            <a:r>
              <a:rPr lang="de-DE" dirty="0"/>
              <a:t> </a:t>
            </a:r>
            <a:r>
              <a:rPr lang="de-DE" dirty="0" err="1"/>
              <a:t>jobs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8451440-988B-C4CA-912A-2A77DA78EE3E}"/>
              </a:ext>
            </a:extLst>
          </p:cNvPr>
          <p:cNvSpPr/>
          <p:nvPr/>
        </p:nvSpPr>
        <p:spPr>
          <a:xfrm>
            <a:off x="6096000" y="847618"/>
            <a:ext cx="1804827" cy="7397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Environmental 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19B281-9E1E-28F6-2712-B583FD0D1BF1}"/>
              </a:ext>
            </a:extLst>
          </p:cNvPr>
          <p:cNvSpPr/>
          <p:nvPr/>
        </p:nvSpPr>
        <p:spPr>
          <a:xfrm>
            <a:off x="5239819" y="182367"/>
            <a:ext cx="2231203" cy="7936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Energy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8A9F7B8-E03B-CA60-2EBF-3D5A6992F6E6}"/>
              </a:ext>
            </a:extLst>
          </p:cNvPr>
          <p:cNvSpPr/>
          <p:nvPr/>
        </p:nvSpPr>
        <p:spPr>
          <a:xfrm>
            <a:off x="8130280" y="3003969"/>
            <a:ext cx="1993186" cy="66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Proprietary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3F39CEB-5FBB-34A8-C7F4-C450D83495DF}"/>
              </a:ext>
            </a:extLst>
          </p:cNvPr>
          <p:cNvSpPr/>
          <p:nvPr/>
        </p:nvSpPr>
        <p:spPr>
          <a:xfrm>
            <a:off x="2029146" y="2862571"/>
            <a:ext cx="2034283" cy="7037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Enlightment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66D9BD6-3241-7577-03B0-A6E3F3E9DA18}"/>
              </a:ext>
            </a:extLst>
          </p:cNvPr>
          <p:cNvSpPr/>
          <p:nvPr/>
        </p:nvSpPr>
        <p:spPr>
          <a:xfrm>
            <a:off x="6277510" y="4226531"/>
            <a:ext cx="1787704" cy="7628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Total </a:t>
            </a:r>
            <a:r>
              <a:rPr lang="de-DE" dirty="0" err="1"/>
              <a:t>surveillance</a:t>
            </a:r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2FBF097-F29B-F3A8-7C00-7B7AC641A196}"/>
              </a:ext>
            </a:extLst>
          </p:cNvPr>
          <p:cNvSpPr/>
          <p:nvPr/>
        </p:nvSpPr>
        <p:spPr>
          <a:xfrm>
            <a:off x="2630606" y="4287137"/>
            <a:ext cx="1899008" cy="952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Manipulation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opinions</a:t>
            </a:r>
            <a:r>
              <a:rPr lang="de-DE" dirty="0"/>
              <a:t> </a:t>
            </a:r>
          </a:p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F4714E6-6EE8-4F95-5D89-948A6FF72282}"/>
              </a:ext>
            </a:extLst>
          </p:cNvPr>
          <p:cNvSpPr/>
          <p:nvPr/>
        </p:nvSpPr>
        <p:spPr>
          <a:xfrm>
            <a:off x="4032605" y="1101656"/>
            <a:ext cx="1849349" cy="76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Vulnerable World </a:t>
            </a:r>
            <a:r>
              <a:rPr lang="de-DE" dirty="0" err="1"/>
              <a:t>Risks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E1A736-CE33-DDB6-B728-4F97F0BAB0A0}"/>
              </a:ext>
            </a:extLst>
          </p:cNvPr>
          <p:cNvSpPr/>
          <p:nvPr/>
        </p:nvSpPr>
        <p:spPr>
          <a:xfrm>
            <a:off x="1616879" y="405989"/>
            <a:ext cx="3552583" cy="793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unforeseen</a:t>
            </a:r>
            <a:r>
              <a:rPr lang="de-DE" dirty="0"/>
              <a:t> </a:t>
            </a:r>
            <a:r>
              <a:rPr lang="de-DE" dirty="0" err="1"/>
              <a:t>Inventions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controlled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F18F09C-5C58-E43D-3F5C-2B1087D83900}"/>
              </a:ext>
            </a:extLst>
          </p:cNvPr>
          <p:cNvSpPr/>
          <p:nvPr/>
        </p:nvSpPr>
        <p:spPr>
          <a:xfrm>
            <a:off x="7483000" y="1851917"/>
            <a:ext cx="2121613" cy="5188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 at </a:t>
            </a:r>
            <a:r>
              <a:rPr lang="de-DE" dirty="0" err="1"/>
              <a:t>machine</a:t>
            </a:r>
            <a:r>
              <a:rPr lang="de-DE" dirty="0"/>
              <a:t> time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255859-4DC0-48F3-0A0D-2DAA9A6DED06}"/>
              </a:ext>
            </a:extLst>
          </p:cNvPr>
          <p:cNvSpPr/>
          <p:nvPr/>
        </p:nvSpPr>
        <p:spPr>
          <a:xfrm>
            <a:off x="7547222" y="317857"/>
            <a:ext cx="2231204" cy="67295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consumption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0183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CDC85-5C67-1C2F-5445-444216EB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4947F12D-97D9-F60F-4D6C-E407B433576F}"/>
              </a:ext>
            </a:extLst>
          </p:cNvPr>
          <p:cNvSpPr/>
          <p:nvPr/>
        </p:nvSpPr>
        <p:spPr>
          <a:xfrm>
            <a:off x="4685016" y="2856216"/>
            <a:ext cx="2363056" cy="1119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Political/</a:t>
            </a:r>
            <a:r>
              <a:rPr lang="de-DE" dirty="0" err="1"/>
              <a:t>societal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on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CC92A3B-3E1A-4687-3AFE-A4529E5C0A9A}"/>
              </a:ext>
            </a:extLst>
          </p:cNvPr>
          <p:cNvSpPr/>
          <p:nvPr/>
        </p:nvSpPr>
        <p:spPr>
          <a:xfrm>
            <a:off x="2034283" y="1679824"/>
            <a:ext cx="1880171" cy="5445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0555EE-CC88-8114-2D6F-0C56DBCF83AA}"/>
              </a:ext>
            </a:extLst>
          </p:cNvPr>
          <p:cNvSpPr/>
          <p:nvPr/>
        </p:nvSpPr>
        <p:spPr>
          <a:xfrm>
            <a:off x="1166117" y="1245741"/>
            <a:ext cx="1890445" cy="6061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bullshit</a:t>
            </a:r>
            <a:r>
              <a:rPr lang="de-DE" dirty="0"/>
              <a:t> </a:t>
            </a:r>
            <a:r>
              <a:rPr lang="de-DE" dirty="0" err="1"/>
              <a:t>jobs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69A4C68-6A9D-1B87-91EC-13592881BE1B}"/>
              </a:ext>
            </a:extLst>
          </p:cNvPr>
          <p:cNvSpPr/>
          <p:nvPr/>
        </p:nvSpPr>
        <p:spPr>
          <a:xfrm>
            <a:off x="6096000" y="847618"/>
            <a:ext cx="1804827" cy="7397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Environmental 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93B889-ED0A-FFE0-FFF4-C8D98427E64C}"/>
              </a:ext>
            </a:extLst>
          </p:cNvPr>
          <p:cNvSpPr/>
          <p:nvPr/>
        </p:nvSpPr>
        <p:spPr>
          <a:xfrm>
            <a:off x="5239819" y="182367"/>
            <a:ext cx="2231203" cy="7936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Energy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A72E840-532B-DDA3-3B06-AB3AA49AB3D4}"/>
              </a:ext>
            </a:extLst>
          </p:cNvPr>
          <p:cNvSpPr/>
          <p:nvPr/>
        </p:nvSpPr>
        <p:spPr>
          <a:xfrm>
            <a:off x="8130280" y="3003969"/>
            <a:ext cx="1993186" cy="66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Proprietary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4D55CC4-EB9B-E22B-EBB0-C1D555D7D2CB}"/>
              </a:ext>
            </a:extLst>
          </p:cNvPr>
          <p:cNvSpPr/>
          <p:nvPr/>
        </p:nvSpPr>
        <p:spPr>
          <a:xfrm>
            <a:off x="2029146" y="2862571"/>
            <a:ext cx="2034283" cy="7037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Enlightment</a:t>
            </a:r>
            <a:endParaRPr lang="de-D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A777E6F-715B-6985-FCA4-A62F0ADD3774}"/>
              </a:ext>
            </a:extLst>
          </p:cNvPr>
          <p:cNvSpPr/>
          <p:nvPr/>
        </p:nvSpPr>
        <p:spPr>
          <a:xfrm>
            <a:off x="67603" y="2390991"/>
            <a:ext cx="2652448" cy="6164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Expansion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humon</a:t>
            </a:r>
            <a:r>
              <a:rPr lang="de-DE" dirty="0"/>
              <a:t> </a:t>
            </a:r>
            <a:r>
              <a:rPr lang="de-DE" dirty="0" err="1"/>
              <a:t>ratio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C10212-4E63-CB4A-43D8-64B1C0A32A43}"/>
              </a:ext>
            </a:extLst>
          </p:cNvPr>
          <p:cNvSpPr/>
          <p:nvPr/>
        </p:nvSpPr>
        <p:spPr>
          <a:xfrm>
            <a:off x="6277510" y="4226531"/>
            <a:ext cx="1787704" cy="7628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Total </a:t>
            </a:r>
            <a:r>
              <a:rPr lang="de-DE" dirty="0" err="1"/>
              <a:t>surveillance</a:t>
            </a:r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E2378C2-642C-E8D2-48A5-8A955B8D7F59}"/>
              </a:ext>
            </a:extLst>
          </p:cNvPr>
          <p:cNvSpPr/>
          <p:nvPr/>
        </p:nvSpPr>
        <p:spPr>
          <a:xfrm>
            <a:off x="2630606" y="4287137"/>
            <a:ext cx="1899008" cy="952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Manipulation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opinions</a:t>
            </a:r>
            <a:r>
              <a:rPr lang="de-DE" dirty="0"/>
              <a:t> </a:t>
            </a:r>
          </a:p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65D4F57-91FB-B101-C984-EF405059529A}"/>
              </a:ext>
            </a:extLst>
          </p:cNvPr>
          <p:cNvSpPr/>
          <p:nvPr/>
        </p:nvSpPr>
        <p:spPr>
          <a:xfrm>
            <a:off x="4032605" y="1101656"/>
            <a:ext cx="1849349" cy="76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Vulnerable World </a:t>
            </a:r>
            <a:r>
              <a:rPr lang="de-DE" dirty="0" err="1"/>
              <a:t>Risks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D4B25D-35B7-06DF-C6E1-830C167F1BD1}"/>
              </a:ext>
            </a:extLst>
          </p:cNvPr>
          <p:cNvSpPr/>
          <p:nvPr/>
        </p:nvSpPr>
        <p:spPr>
          <a:xfrm>
            <a:off x="1616879" y="405989"/>
            <a:ext cx="3552583" cy="793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unforeseen</a:t>
            </a:r>
            <a:r>
              <a:rPr lang="de-DE" dirty="0"/>
              <a:t> </a:t>
            </a:r>
            <a:r>
              <a:rPr lang="de-DE" dirty="0" err="1"/>
              <a:t>Inventions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controlled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2C7F5B4-E790-CC49-3BFF-61DEF7B3A26F}"/>
              </a:ext>
            </a:extLst>
          </p:cNvPr>
          <p:cNvSpPr/>
          <p:nvPr/>
        </p:nvSpPr>
        <p:spPr>
          <a:xfrm>
            <a:off x="7483000" y="1851917"/>
            <a:ext cx="2121613" cy="5188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 at </a:t>
            </a:r>
            <a:r>
              <a:rPr lang="de-DE" dirty="0" err="1"/>
              <a:t>machine</a:t>
            </a:r>
            <a:r>
              <a:rPr lang="de-DE" dirty="0"/>
              <a:t> time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3E6BB1C-B0E7-E0E3-927C-736E699669BE}"/>
              </a:ext>
            </a:extLst>
          </p:cNvPr>
          <p:cNvSpPr/>
          <p:nvPr/>
        </p:nvSpPr>
        <p:spPr>
          <a:xfrm>
            <a:off x="263704" y="3219173"/>
            <a:ext cx="1907568" cy="69126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The 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gatekeeping</a:t>
            </a:r>
            <a:endParaRPr lang="de-DE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0517629-0535-FEA5-71C9-A99B54DBE076}"/>
              </a:ext>
            </a:extLst>
          </p:cNvPr>
          <p:cNvSpPr/>
          <p:nvPr/>
        </p:nvSpPr>
        <p:spPr>
          <a:xfrm>
            <a:off x="7547222" y="317857"/>
            <a:ext cx="2231204" cy="67295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consumption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1105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8AACE-CE1B-FBDA-14A5-A9715175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B64DCDEF-E92A-13B9-635C-817C54C1CEE5}"/>
              </a:ext>
            </a:extLst>
          </p:cNvPr>
          <p:cNvSpPr/>
          <p:nvPr/>
        </p:nvSpPr>
        <p:spPr>
          <a:xfrm>
            <a:off x="4685016" y="2856216"/>
            <a:ext cx="2363056" cy="1119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Political/</a:t>
            </a:r>
            <a:r>
              <a:rPr lang="de-DE" dirty="0" err="1"/>
              <a:t>societal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on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BA868D4-6EEA-4083-7A30-44446B352B41}"/>
              </a:ext>
            </a:extLst>
          </p:cNvPr>
          <p:cNvSpPr/>
          <p:nvPr/>
        </p:nvSpPr>
        <p:spPr>
          <a:xfrm>
            <a:off x="2034283" y="1679824"/>
            <a:ext cx="1880171" cy="5445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CB8A18-1EED-267D-9C4E-C48FAA415F6C}"/>
              </a:ext>
            </a:extLst>
          </p:cNvPr>
          <p:cNvSpPr/>
          <p:nvPr/>
        </p:nvSpPr>
        <p:spPr>
          <a:xfrm>
            <a:off x="1166117" y="1245741"/>
            <a:ext cx="1890445" cy="6061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bullshit</a:t>
            </a:r>
            <a:r>
              <a:rPr lang="de-DE" dirty="0"/>
              <a:t> </a:t>
            </a:r>
            <a:r>
              <a:rPr lang="de-DE" dirty="0" err="1"/>
              <a:t>jobs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685581F-8A4C-1CFE-9BE6-5EA9397B098F}"/>
              </a:ext>
            </a:extLst>
          </p:cNvPr>
          <p:cNvSpPr/>
          <p:nvPr/>
        </p:nvSpPr>
        <p:spPr>
          <a:xfrm>
            <a:off x="6096000" y="847618"/>
            <a:ext cx="1804827" cy="7397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Environmental 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5BA6926-75AF-9D7C-6E78-961C2B7FA566}"/>
              </a:ext>
            </a:extLst>
          </p:cNvPr>
          <p:cNvSpPr/>
          <p:nvPr/>
        </p:nvSpPr>
        <p:spPr>
          <a:xfrm>
            <a:off x="5239819" y="182367"/>
            <a:ext cx="2231203" cy="7936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Energy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3352FFE-598E-EADD-3D73-AB064664227C}"/>
              </a:ext>
            </a:extLst>
          </p:cNvPr>
          <p:cNvSpPr/>
          <p:nvPr/>
        </p:nvSpPr>
        <p:spPr>
          <a:xfrm>
            <a:off x="8130280" y="3003969"/>
            <a:ext cx="1993186" cy="66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Proprietary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57503B8-990A-0931-F63B-24D39DBCAF99}"/>
              </a:ext>
            </a:extLst>
          </p:cNvPr>
          <p:cNvSpPr/>
          <p:nvPr/>
        </p:nvSpPr>
        <p:spPr>
          <a:xfrm>
            <a:off x="2029146" y="2862571"/>
            <a:ext cx="2034283" cy="7037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Enlightment</a:t>
            </a:r>
            <a:endParaRPr lang="de-D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0AB706-4B25-AC9C-85DF-76AF3012A584}"/>
              </a:ext>
            </a:extLst>
          </p:cNvPr>
          <p:cNvSpPr/>
          <p:nvPr/>
        </p:nvSpPr>
        <p:spPr>
          <a:xfrm>
            <a:off x="67603" y="2390991"/>
            <a:ext cx="2652448" cy="6164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Expansion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humon</a:t>
            </a:r>
            <a:r>
              <a:rPr lang="de-DE" dirty="0"/>
              <a:t> </a:t>
            </a:r>
            <a:r>
              <a:rPr lang="de-DE" dirty="0" err="1"/>
              <a:t>ratio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28D9E08-484B-2ACA-C7A2-935AFF49DCF2}"/>
              </a:ext>
            </a:extLst>
          </p:cNvPr>
          <p:cNvSpPr/>
          <p:nvPr/>
        </p:nvSpPr>
        <p:spPr>
          <a:xfrm>
            <a:off x="6277510" y="4226531"/>
            <a:ext cx="1787704" cy="7628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Total </a:t>
            </a:r>
            <a:r>
              <a:rPr lang="de-DE" dirty="0" err="1"/>
              <a:t>surveillance</a:t>
            </a:r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0D7CFF2-AD05-A468-2CCE-3C1BB02A6463}"/>
              </a:ext>
            </a:extLst>
          </p:cNvPr>
          <p:cNvSpPr/>
          <p:nvPr/>
        </p:nvSpPr>
        <p:spPr>
          <a:xfrm>
            <a:off x="2630606" y="4287137"/>
            <a:ext cx="1899008" cy="952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Manipulation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opinions</a:t>
            </a:r>
            <a:r>
              <a:rPr lang="de-DE" dirty="0"/>
              <a:t> </a:t>
            </a:r>
          </a:p>
          <a:p>
            <a:pPr algn="ctr"/>
            <a:endParaRPr lang="de-D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730FE99-7BE1-7861-53D0-833852E4F420}"/>
              </a:ext>
            </a:extLst>
          </p:cNvPr>
          <p:cNvSpPr/>
          <p:nvPr/>
        </p:nvSpPr>
        <p:spPr>
          <a:xfrm>
            <a:off x="513708" y="4900775"/>
            <a:ext cx="2206343" cy="9298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Reality </a:t>
            </a:r>
            <a:r>
              <a:rPr lang="de-DE" dirty="0" err="1"/>
              <a:t>Apathy</a:t>
            </a:r>
            <a:endParaRPr lang="de-DE" dirty="0"/>
          </a:p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9E3C3EE-A89C-224D-4A8E-95999A318E79}"/>
              </a:ext>
            </a:extLst>
          </p:cNvPr>
          <p:cNvSpPr/>
          <p:nvPr/>
        </p:nvSpPr>
        <p:spPr>
          <a:xfrm>
            <a:off x="4032605" y="1101656"/>
            <a:ext cx="1849349" cy="76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Vulnerable World </a:t>
            </a:r>
            <a:r>
              <a:rPr lang="de-DE" dirty="0" err="1"/>
              <a:t>Risks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AAA620-0797-3368-B1D0-A7E7B56CEF2F}"/>
              </a:ext>
            </a:extLst>
          </p:cNvPr>
          <p:cNvSpPr/>
          <p:nvPr/>
        </p:nvSpPr>
        <p:spPr>
          <a:xfrm>
            <a:off x="1616879" y="405989"/>
            <a:ext cx="3552583" cy="793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unforeseen</a:t>
            </a:r>
            <a:r>
              <a:rPr lang="de-DE" dirty="0"/>
              <a:t> </a:t>
            </a:r>
            <a:r>
              <a:rPr lang="de-DE" dirty="0" err="1"/>
              <a:t>Inventions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controlled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3B4FFB8-8D43-EE44-2356-500059BE589E}"/>
              </a:ext>
            </a:extLst>
          </p:cNvPr>
          <p:cNvSpPr/>
          <p:nvPr/>
        </p:nvSpPr>
        <p:spPr>
          <a:xfrm>
            <a:off x="7483000" y="1851917"/>
            <a:ext cx="2121613" cy="5188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 at </a:t>
            </a:r>
            <a:r>
              <a:rPr lang="de-DE" dirty="0" err="1"/>
              <a:t>machine</a:t>
            </a:r>
            <a:r>
              <a:rPr lang="de-DE" dirty="0"/>
              <a:t> time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62BD211-8EEB-A324-20D2-4B6EF1BF45E4}"/>
              </a:ext>
            </a:extLst>
          </p:cNvPr>
          <p:cNvSpPr/>
          <p:nvPr/>
        </p:nvSpPr>
        <p:spPr>
          <a:xfrm>
            <a:off x="-76732" y="3970961"/>
            <a:ext cx="2398692" cy="9298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Antidemocratic</a:t>
            </a:r>
            <a:r>
              <a:rPr lang="de-DE" dirty="0"/>
              <a:t> </a:t>
            </a:r>
            <a:r>
              <a:rPr lang="de-DE" dirty="0" err="1"/>
              <a:t>tendencies</a:t>
            </a:r>
            <a:endParaRPr lang="de-DE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300FE14-B011-F23F-D39F-0E9F68ED7778}"/>
              </a:ext>
            </a:extLst>
          </p:cNvPr>
          <p:cNvSpPr/>
          <p:nvPr/>
        </p:nvSpPr>
        <p:spPr>
          <a:xfrm>
            <a:off x="1477686" y="5713084"/>
            <a:ext cx="2656812" cy="10672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Lack </a:t>
            </a:r>
            <a:r>
              <a:rPr lang="de-DE" dirty="0" err="1"/>
              <a:t>of</a:t>
            </a:r>
            <a:r>
              <a:rPr lang="de-DE" dirty="0"/>
              <a:t> „Zivilcourage“ and </a:t>
            </a:r>
            <a:r>
              <a:rPr lang="de-DE" dirty="0" err="1"/>
              <a:t>organized</a:t>
            </a:r>
            <a:r>
              <a:rPr lang="de-DE" dirty="0"/>
              <a:t> Opposition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C881C77-281F-5740-3071-F3E095F2D6A2}"/>
              </a:ext>
            </a:extLst>
          </p:cNvPr>
          <p:cNvSpPr/>
          <p:nvPr/>
        </p:nvSpPr>
        <p:spPr>
          <a:xfrm>
            <a:off x="263704" y="3219173"/>
            <a:ext cx="1907568" cy="69126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The 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gatekeeping</a:t>
            </a:r>
            <a:endParaRPr lang="de-DE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8A49B3E-DABC-52BF-EBB9-23386B7B8422}"/>
              </a:ext>
            </a:extLst>
          </p:cNvPr>
          <p:cNvSpPr/>
          <p:nvPr/>
        </p:nvSpPr>
        <p:spPr>
          <a:xfrm>
            <a:off x="7547222" y="317857"/>
            <a:ext cx="2231204" cy="67295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consumption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829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17F9-313C-1977-2CA5-CDEB607B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8E11BF1A-34C7-BC97-D102-DFF0023126FF}"/>
              </a:ext>
            </a:extLst>
          </p:cNvPr>
          <p:cNvSpPr/>
          <p:nvPr/>
        </p:nvSpPr>
        <p:spPr>
          <a:xfrm>
            <a:off x="4685016" y="2856216"/>
            <a:ext cx="2363056" cy="1119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Political/</a:t>
            </a:r>
            <a:r>
              <a:rPr lang="de-DE" dirty="0" err="1"/>
              <a:t>societal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on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C7AA43C-F0C3-CC66-A171-03CBFB4D7257}"/>
              </a:ext>
            </a:extLst>
          </p:cNvPr>
          <p:cNvSpPr/>
          <p:nvPr/>
        </p:nvSpPr>
        <p:spPr>
          <a:xfrm>
            <a:off x="2034283" y="1679824"/>
            <a:ext cx="1880171" cy="5445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3CEFDF-2E7A-8058-3BA7-BD9E255AD5D6}"/>
              </a:ext>
            </a:extLst>
          </p:cNvPr>
          <p:cNvSpPr/>
          <p:nvPr/>
        </p:nvSpPr>
        <p:spPr>
          <a:xfrm>
            <a:off x="1166117" y="1245741"/>
            <a:ext cx="1890445" cy="6061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bullshit</a:t>
            </a:r>
            <a:r>
              <a:rPr lang="de-DE" dirty="0"/>
              <a:t> </a:t>
            </a:r>
            <a:r>
              <a:rPr lang="de-DE" dirty="0" err="1"/>
              <a:t>jobs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E61DBEF-B7DA-0A50-9827-C49E4B921D07}"/>
              </a:ext>
            </a:extLst>
          </p:cNvPr>
          <p:cNvSpPr/>
          <p:nvPr/>
        </p:nvSpPr>
        <p:spPr>
          <a:xfrm>
            <a:off x="6096000" y="847618"/>
            <a:ext cx="1804827" cy="7397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Environmental 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8F67F4-3A60-C8D6-8DA4-52B28D381046}"/>
              </a:ext>
            </a:extLst>
          </p:cNvPr>
          <p:cNvSpPr/>
          <p:nvPr/>
        </p:nvSpPr>
        <p:spPr>
          <a:xfrm>
            <a:off x="5239819" y="182367"/>
            <a:ext cx="2231203" cy="7936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Energy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5086D39-A7D0-7E30-07F3-7461F1F79167}"/>
              </a:ext>
            </a:extLst>
          </p:cNvPr>
          <p:cNvSpPr/>
          <p:nvPr/>
        </p:nvSpPr>
        <p:spPr>
          <a:xfrm>
            <a:off x="8130280" y="3003969"/>
            <a:ext cx="1993186" cy="66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Proprietary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4B26A93-2A4B-A3E6-0186-3224AE918439}"/>
              </a:ext>
            </a:extLst>
          </p:cNvPr>
          <p:cNvSpPr/>
          <p:nvPr/>
        </p:nvSpPr>
        <p:spPr>
          <a:xfrm>
            <a:off x="2029146" y="2862571"/>
            <a:ext cx="2034283" cy="7037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Enlightment</a:t>
            </a:r>
            <a:endParaRPr lang="de-D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147EB4-5612-9F91-5BF3-2FA91B91518C}"/>
              </a:ext>
            </a:extLst>
          </p:cNvPr>
          <p:cNvSpPr/>
          <p:nvPr/>
        </p:nvSpPr>
        <p:spPr>
          <a:xfrm>
            <a:off x="67603" y="2390991"/>
            <a:ext cx="2652448" cy="6164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Expansion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humon</a:t>
            </a:r>
            <a:r>
              <a:rPr lang="de-DE" dirty="0"/>
              <a:t> </a:t>
            </a:r>
            <a:r>
              <a:rPr lang="de-DE" dirty="0" err="1"/>
              <a:t>ratio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88AD54B-B56C-3347-4D6E-946FD80F2AB3}"/>
              </a:ext>
            </a:extLst>
          </p:cNvPr>
          <p:cNvSpPr/>
          <p:nvPr/>
        </p:nvSpPr>
        <p:spPr>
          <a:xfrm>
            <a:off x="6277510" y="4226531"/>
            <a:ext cx="1787704" cy="7628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Total </a:t>
            </a:r>
            <a:r>
              <a:rPr lang="de-DE" dirty="0" err="1"/>
              <a:t>surveillance</a:t>
            </a:r>
            <a:endParaRPr lang="de-DE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F5DFC26-61F9-4DD3-A44C-859FD79BED82}"/>
              </a:ext>
            </a:extLst>
          </p:cNvPr>
          <p:cNvSpPr/>
          <p:nvPr/>
        </p:nvSpPr>
        <p:spPr>
          <a:xfrm>
            <a:off x="8954518" y="4900773"/>
            <a:ext cx="2126751" cy="981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Suppression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Minorities</a:t>
            </a:r>
            <a:endParaRPr lang="de-DE" dirty="0"/>
          </a:p>
          <a:p>
            <a:pPr algn="ctr"/>
            <a:endParaRPr lang="de-DE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0E64D11-97B8-520B-8EAF-D3F4022988C1}"/>
              </a:ext>
            </a:extLst>
          </p:cNvPr>
          <p:cNvSpPr/>
          <p:nvPr/>
        </p:nvSpPr>
        <p:spPr>
          <a:xfrm>
            <a:off x="4491523" y="5856270"/>
            <a:ext cx="2126751" cy="9452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Surveillance </a:t>
            </a:r>
            <a:r>
              <a:rPr lang="de-DE" dirty="0" err="1"/>
              <a:t>of</a:t>
            </a:r>
            <a:r>
              <a:rPr lang="de-DE" dirty="0"/>
              <a:t> Political </a:t>
            </a:r>
            <a:r>
              <a:rPr lang="de-DE" dirty="0" err="1"/>
              <a:t>Enemies</a:t>
            </a:r>
            <a:r>
              <a:rPr lang="de-DE" dirty="0"/>
              <a:t> 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9FC95D9-FB4C-5279-80B7-01A4D3E9B63F}"/>
              </a:ext>
            </a:extLst>
          </p:cNvPr>
          <p:cNvSpPr/>
          <p:nvPr/>
        </p:nvSpPr>
        <p:spPr>
          <a:xfrm>
            <a:off x="2630606" y="4287137"/>
            <a:ext cx="1899008" cy="952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Manipulation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opinions</a:t>
            </a:r>
            <a:r>
              <a:rPr lang="de-DE" dirty="0"/>
              <a:t> </a:t>
            </a:r>
          </a:p>
          <a:p>
            <a:pPr algn="ctr"/>
            <a:endParaRPr lang="de-D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E6BBE2-B3BC-2501-6B24-C8466EF97C66}"/>
              </a:ext>
            </a:extLst>
          </p:cNvPr>
          <p:cNvSpPr/>
          <p:nvPr/>
        </p:nvSpPr>
        <p:spPr>
          <a:xfrm>
            <a:off x="513708" y="4900775"/>
            <a:ext cx="2206343" cy="9298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Reality </a:t>
            </a:r>
            <a:r>
              <a:rPr lang="de-DE" dirty="0" err="1"/>
              <a:t>Apathy</a:t>
            </a:r>
            <a:endParaRPr lang="de-DE" dirty="0"/>
          </a:p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319C725-5EAC-B354-4FF3-D6BF80251982}"/>
              </a:ext>
            </a:extLst>
          </p:cNvPr>
          <p:cNvSpPr/>
          <p:nvPr/>
        </p:nvSpPr>
        <p:spPr>
          <a:xfrm>
            <a:off x="4032605" y="1101656"/>
            <a:ext cx="1849349" cy="76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Vulnerable World </a:t>
            </a:r>
            <a:r>
              <a:rPr lang="de-DE" dirty="0" err="1"/>
              <a:t>Risks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0CA758-1C36-B22F-8C4E-CDE33B533744}"/>
              </a:ext>
            </a:extLst>
          </p:cNvPr>
          <p:cNvSpPr/>
          <p:nvPr/>
        </p:nvSpPr>
        <p:spPr>
          <a:xfrm>
            <a:off x="1616879" y="405989"/>
            <a:ext cx="3552583" cy="793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unforeseen</a:t>
            </a:r>
            <a:r>
              <a:rPr lang="de-DE" dirty="0"/>
              <a:t> </a:t>
            </a:r>
            <a:r>
              <a:rPr lang="de-DE" dirty="0" err="1"/>
              <a:t>Inventions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controlled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029011C-6D6C-BED1-979A-57B21173A1D1}"/>
              </a:ext>
            </a:extLst>
          </p:cNvPr>
          <p:cNvSpPr/>
          <p:nvPr/>
        </p:nvSpPr>
        <p:spPr>
          <a:xfrm>
            <a:off x="7483000" y="1851917"/>
            <a:ext cx="2121613" cy="5188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 at </a:t>
            </a:r>
            <a:r>
              <a:rPr lang="de-DE" dirty="0" err="1"/>
              <a:t>machine</a:t>
            </a:r>
            <a:r>
              <a:rPr lang="de-DE" dirty="0"/>
              <a:t> time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BE5580-8DA0-5B18-1F4A-D1829303B15D}"/>
              </a:ext>
            </a:extLst>
          </p:cNvPr>
          <p:cNvSpPr/>
          <p:nvPr/>
        </p:nvSpPr>
        <p:spPr>
          <a:xfrm>
            <a:off x="7332325" y="6005881"/>
            <a:ext cx="3748943" cy="7089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Unforgiving</a:t>
            </a:r>
            <a:r>
              <a:rPr lang="de-DE" dirty="0"/>
              <a:t> </a:t>
            </a:r>
            <a:r>
              <a:rPr lang="de-DE" dirty="0" err="1"/>
              <a:t>jurisdiction</a:t>
            </a:r>
            <a:r>
              <a:rPr lang="de-DE" dirty="0"/>
              <a:t> and </a:t>
            </a:r>
            <a:r>
              <a:rPr lang="de-DE" dirty="0" err="1"/>
              <a:t>prosecution</a:t>
            </a:r>
            <a:endParaRPr lang="de-DE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19445DB-8C44-458B-8455-DA559AC83E99}"/>
              </a:ext>
            </a:extLst>
          </p:cNvPr>
          <p:cNvSpPr/>
          <p:nvPr/>
        </p:nvSpPr>
        <p:spPr>
          <a:xfrm>
            <a:off x="5775792" y="4989387"/>
            <a:ext cx="3113069" cy="106722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Forms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Totalitarism</a:t>
            </a:r>
            <a:endParaRPr lang="de-DE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3C4FF7-7FC9-8766-9145-B4F4766BA6DB}"/>
              </a:ext>
            </a:extLst>
          </p:cNvPr>
          <p:cNvSpPr/>
          <p:nvPr/>
        </p:nvSpPr>
        <p:spPr>
          <a:xfrm>
            <a:off x="-76732" y="3970961"/>
            <a:ext cx="2398692" cy="9298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Antidemocratic</a:t>
            </a:r>
            <a:r>
              <a:rPr lang="de-DE" dirty="0"/>
              <a:t> </a:t>
            </a:r>
            <a:r>
              <a:rPr lang="de-DE" dirty="0" err="1"/>
              <a:t>tendencies</a:t>
            </a:r>
            <a:endParaRPr lang="de-DE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3B44E53-0A8B-9FDA-DF72-A3AEE9B46B0C}"/>
              </a:ext>
            </a:extLst>
          </p:cNvPr>
          <p:cNvSpPr/>
          <p:nvPr/>
        </p:nvSpPr>
        <p:spPr>
          <a:xfrm>
            <a:off x="1477686" y="5713084"/>
            <a:ext cx="2656812" cy="10672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Lack </a:t>
            </a:r>
            <a:r>
              <a:rPr lang="de-DE" dirty="0" err="1"/>
              <a:t>of</a:t>
            </a:r>
            <a:r>
              <a:rPr lang="de-DE" dirty="0"/>
              <a:t> „Zivilcourage“ and </a:t>
            </a:r>
            <a:r>
              <a:rPr lang="de-DE" dirty="0" err="1"/>
              <a:t>organized</a:t>
            </a:r>
            <a:r>
              <a:rPr lang="de-DE" dirty="0"/>
              <a:t> Opposition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790282E-6620-72F5-84E5-3B0789318F3B}"/>
              </a:ext>
            </a:extLst>
          </p:cNvPr>
          <p:cNvSpPr/>
          <p:nvPr/>
        </p:nvSpPr>
        <p:spPr>
          <a:xfrm>
            <a:off x="263704" y="3219173"/>
            <a:ext cx="1907568" cy="69126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The 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gatekeeping</a:t>
            </a:r>
            <a:endParaRPr lang="de-DE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A530B46-7C24-593A-8C2C-2463E0696ADD}"/>
              </a:ext>
            </a:extLst>
          </p:cNvPr>
          <p:cNvSpPr/>
          <p:nvPr/>
        </p:nvSpPr>
        <p:spPr>
          <a:xfrm>
            <a:off x="7547222" y="317857"/>
            <a:ext cx="2231204" cy="67295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consumption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939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EA714-F7B2-3D0D-A1EC-D034425C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FE9EB649-80D5-625A-7C77-F6A040FB3F5D}"/>
              </a:ext>
            </a:extLst>
          </p:cNvPr>
          <p:cNvSpPr/>
          <p:nvPr/>
        </p:nvSpPr>
        <p:spPr>
          <a:xfrm>
            <a:off x="4685016" y="2856216"/>
            <a:ext cx="2363056" cy="1119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Political/</a:t>
            </a:r>
            <a:r>
              <a:rPr lang="de-DE" dirty="0" err="1"/>
              <a:t>societal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on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CFB5A26-E999-B1E9-D0BF-6CA5BD117912}"/>
              </a:ext>
            </a:extLst>
          </p:cNvPr>
          <p:cNvSpPr/>
          <p:nvPr/>
        </p:nvSpPr>
        <p:spPr>
          <a:xfrm>
            <a:off x="2034283" y="1679824"/>
            <a:ext cx="1880171" cy="5445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E513D4-2C98-F8E4-2189-35B8FB7DAEBE}"/>
              </a:ext>
            </a:extLst>
          </p:cNvPr>
          <p:cNvSpPr/>
          <p:nvPr/>
        </p:nvSpPr>
        <p:spPr>
          <a:xfrm>
            <a:off x="1166117" y="1245741"/>
            <a:ext cx="1890445" cy="6061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bullshit</a:t>
            </a:r>
            <a:r>
              <a:rPr lang="de-DE" dirty="0"/>
              <a:t> </a:t>
            </a:r>
            <a:r>
              <a:rPr lang="de-DE" dirty="0" err="1"/>
              <a:t>jobs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5654214-F2F0-3C46-3452-12B15CAE13DF}"/>
              </a:ext>
            </a:extLst>
          </p:cNvPr>
          <p:cNvSpPr/>
          <p:nvPr/>
        </p:nvSpPr>
        <p:spPr>
          <a:xfrm>
            <a:off x="6096000" y="847618"/>
            <a:ext cx="1804827" cy="7397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Environmental 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C02695-FEA9-E5FC-02D5-BA899E916A27}"/>
              </a:ext>
            </a:extLst>
          </p:cNvPr>
          <p:cNvSpPr/>
          <p:nvPr/>
        </p:nvSpPr>
        <p:spPr>
          <a:xfrm>
            <a:off x="5239819" y="182367"/>
            <a:ext cx="2231203" cy="7936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Energy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081EA7-0612-BA36-3371-38D9E5C0F0CF}"/>
              </a:ext>
            </a:extLst>
          </p:cNvPr>
          <p:cNvSpPr/>
          <p:nvPr/>
        </p:nvSpPr>
        <p:spPr>
          <a:xfrm>
            <a:off x="8130280" y="3003969"/>
            <a:ext cx="1993186" cy="66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Proprietary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AB2BF9-C319-E0AF-6C9E-D08583248F43}"/>
              </a:ext>
            </a:extLst>
          </p:cNvPr>
          <p:cNvSpPr/>
          <p:nvPr/>
        </p:nvSpPr>
        <p:spPr>
          <a:xfrm>
            <a:off x="9909424" y="2252608"/>
            <a:ext cx="2121613" cy="5804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Monopolies</a:t>
            </a:r>
            <a:r>
              <a:rPr lang="de-DE" dirty="0"/>
              <a:t>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B2E7517-57DF-7D3A-4E56-43A352065B1D}"/>
              </a:ext>
            </a:extLst>
          </p:cNvPr>
          <p:cNvSpPr/>
          <p:nvPr/>
        </p:nvSpPr>
        <p:spPr>
          <a:xfrm>
            <a:off x="2029146" y="2862571"/>
            <a:ext cx="2034283" cy="7037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Enlightment</a:t>
            </a:r>
            <a:endParaRPr lang="de-D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6F6097-5832-2A64-6149-83F3AA374095}"/>
              </a:ext>
            </a:extLst>
          </p:cNvPr>
          <p:cNvSpPr/>
          <p:nvPr/>
        </p:nvSpPr>
        <p:spPr>
          <a:xfrm>
            <a:off x="67603" y="2390991"/>
            <a:ext cx="2652448" cy="6164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Expansion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humon</a:t>
            </a:r>
            <a:r>
              <a:rPr lang="de-DE" dirty="0"/>
              <a:t> </a:t>
            </a:r>
            <a:r>
              <a:rPr lang="de-DE" dirty="0" err="1"/>
              <a:t>ratio</a:t>
            </a:r>
            <a:endParaRPr lang="de-DE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128F15-C514-D1F0-01A7-2B62B32EFD60}"/>
              </a:ext>
            </a:extLst>
          </p:cNvPr>
          <p:cNvSpPr/>
          <p:nvPr/>
        </p:nvSpPr>
        <p:spPr>
          <a:xfrm>
            <a:off x="8566932" y="3671789"/>
            <a:ext cx="3113069" cy="6594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Antidemocratic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lack </a:t>
            </a:r>
            <a:r>
              <a:rPr lang="de-DE" dirty="0" err="1"/>
              <a:t>of</a:t>
            </a:r>
            <a:r>
              <a:rPr lang="de-DE" dirty="0"/>
              <a:t> Public Control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57A4668-0AE7-52AC-72E2-56247FCAC388}"/>
              </a:ext>
            </a:extLst>
          </p:cNvPr>
          <p:cNvSpPr/>
          <p:nvPr/>
        </p:nvSpPr>
        <p:spPr>
          <a:xfrm>
            <a:off x="6277510" y="4226531"/>
            <a:ext cx="1787704" cy="7628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Total </a:t>
            </a:r>
            <a:r>
              <a:rPr lang="de-DE" dirty="0" err="1"/>
              <a:t>surveillance</a:t>
            </a:r>
            <a:endParaRPr lang="de-DE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6EA859-9B28-DDD6-0CBE-5CE997631288}"/>
              </a:ext>
            </a:extLst>
          </p:cNvPr>
          <p:cNvSpPr/>
          <p:nvPr/>
        </p:nvSpPr>
        <p:spPr>
          <a:xfrm>
            <a:off x="8954518" y="4900773"/>
            <a:ext cx="2126751" cy="981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Suppression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Minorities</a:t>
            </a:r>
            <a:endParaRPr lang="de-DE" dirty="0"/>
          </a:p>
          <a:p>
            <a:pPr algn="ctr"/>
            <a:endParaRPr lang="de-DE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A859CE4-7541-9D92-9FF8-6137DA0E0BBA}"/>
              </a:ext>
            </a:extLst>
          </p:cNvPr>
          <p:cNvSpPr/>
          <p:nvPr/>
        </p:nvSpPr>
        <p:spPr>
          <a:xfrm>
            <a:off x="4491523" y="5856270"/>
            <a:ext cx="2126751" cy="9452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Surveillance </a:t>
            </a:r>
            <a:r>
              <a:rPr lang="de-DE" dirty="0" err="1"/>
              <a:t>of</a:t>
            </a:r>
            <a:r>
              <a:rPr lang="de-DE" dirty="0"/>
              <a:t> Political </a:t>
            </a:r>
            <a:r>
              <a:rPr lang="de-DE" dirty="0" err="1"/>
              <a:t>Enemies</a:t>
            </a:r>
            <a:r>
              <a:rPr lang="de-DE" dirty="0"/>
              <a:t> 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BE95059-E9EC-4195-2699-28143AE13EAD}"/>
              </a:ext>
            </a:extLst>
          </p:cNvPr>
          <p:cNvSpPr/>
          <p:nvPr/>
        </p:nvSpPr>
        <p:spPr>
          <a:xfrm>
            <a:off x="2630606" y="4287137"/>
            <a:ext cx="1899008" cy="952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Manipulation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opinions</a:t>
            </a:r>
            <a:r>
              <a:rPr lang="de-DE" dirty="0"/>
              <a:t> </a:t>
            </a:r>
          </a:p>
          <a:p>
            <a:pPr algn="ctr"/>
            <a:endParaRPr lang="de-D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33C44C-DFD1-4D97-EFB7-F479DCF52E65}"/>
              </a:ext>
            </a:extLst>
          </p:cNvPr>
          <p:cNvSpPr/>
          <p:nvPr/>
        </p:nvSpPr>
        <p:spPr>
          <a:xfrm>
            <a:off x="513708" y="4900775"/>
            <a:ext cx="2206343" cy="9298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Reality </a:t>
            </a:r>
            <a:r>
              <a:rPr lang="de-DE" dirty="0" err="1"/>
              <a:t>Apathy</a:t>
            </a:r>
            <a:endParaRPr lang="de-DE" dirty="0"/>
          </a:p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FE03E9F-5E32-D111-73D4-7599108C099B}"/>
              </a:ext>
            </a:extLst>
          </p:cNvPr>
          <p:cNvSpPr/>
          <p:nvPr/>
        </p:nvSpPr>
        <p:spPr>
          <a:xfrm>
            <a:off x="4032605" y="1101656"/>
            <a:ext cx="1849349" cy="76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Vulnerable World </a:t>
            </a:r>
            <a:r>
              <a:rPr lang="de-DE" dirty="0" err="1"/>
              <a:t>Risks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20EBCC-4129-9D5F-BEA1-3C6E04B1060C}"/>
              </a:ext>
            </a:extLst>
          </p:cNvPr>
          <p:cNvSpPr/>
          <p:nvPr/>
        </p:nvSpPr>
        <p:spPr>
          <a:xfrm>
            <a:off x="1616879" y="405989"/>
            <a:ext cx="3552583" cy="793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unforeseen</a:t>
            </a:r>
            <a:r>
              <a:rPr lang="de-DE" dirty="0"/>
              <a:t> </a:t>
            </a:r>
            <a:r>
              <a:rPr lang="de-DE" dirty="0" err="1"/>
              <a:t>Inventions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controlled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AAEA1CF-BDED-3A1D-1AC4-F8A5202B9BA0}"/>
              </a:ext>
            </a:extLst>
          </p:cNvPr>
          <p:cNvSpPr/>
          <p:nvPr/>
        </p:nvSpPr>
        <p:spPr>
          <a:xfrm>
            <a:off x="7483000" y="1851917"/>
            <a:ext cx="2121613" cy="5188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 at </a:t>
            </a:r>
            <a:r>
              <a:rPr lang="de-DE" dirty="0" err="1"/>
              <a:t>machine</a:t>
            </a:r>
            <a:r>
              <a:rPr lang="de-DE" dirty="0"/>
              <a:t> time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15D6EE-349E-F74F-24D6-20F46441995E}"/>
              </a:ext>
            </a:extLst>
          </p:cNvPr>
          <p:cNvSpPr/>
          <p:nvPr/>
        </p:nvSpPr>
        <p:spPr>
          <a:xfrm>
            <a:off x="7332325" y="6005881"/>
            <a:ext cx="3748943" cy="7089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Unforgiving</a:t>
            </a:r>
            <a:r>
              <a:rPr lang="de-DE" dirty="0"/>
              <a:t> </a:t>
            </a:r>
            <a:r>
              <a:rPr lang="de-DE" dirty="0" err="1"/>
              <a:t>jurisdiction</a:t>
            </a:r>
            <a:r>
              <a:rPr lang="de-DE" dirty="0"/>
              <a:t> and </a:t>
            </a:r>
            <a:r>
              <a:rPr lang="de-DE" dirty="0" err="1"/>
              <a:t>prosecution</a:t>
            </a:r>
            <a:endParaRPr lang="de-DE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25E554B-CE28-F14A-F5A7-5CB6D27A15CF}"/>
              </a:ext>
            </a:extLst>
          </p:cNvPr>
          <p:cNvSpPr/>
          <p:nvPr/>
        </p:nvSpPr>
        <p:spPr>
          <a:xfrm>
            <a:off x="5775792" y="4989387"/>
            <a:ext cx="3113069" cy="106722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Forms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Totalitarism</a:t>
            </a:r>
            <a:endParaRPr lang="de-DE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956C7F4-ACDC-0A55-FF25-91E5DD050415}"/>
              </a:ext>
            </a:extLst>
          </p:cNvPr>
          <p:cNvSpPr/>
          <p:nvPr/>
        </p:nvSpPr>
        <p:spPr>
          <a:xfrm>
            <a:off x="-76732" y="3970961"/>
            <a:ext cx="2398692" cy="9298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Antidemocratic</a:t>
            </a:r>
            <a:r>
              <a:rPr lang="de-DE" dirty="0"/>
              <a:t> </a:t>
            </a:r>
            <a:r>
              <a:rPr lang="de-DE" dirty="0" err="1"/>
              <a:t>tendencies</a:t>
            </a:r>
            <a:endParaRPr lang="de-DE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80D6F5-22FC-E7FD-7E81-BC541DD8D46B}"/>
              </a:ext>
            </a:extLst>
          </p:cNvPr>
          <p:cNvSpPr/>
          <p:nvPr/>
        </p:nvSpPr>
        <p:spPr>
          <a:xfrm>
            <a:off x="1477686" y="5713084"/>
            <a:ext cx="2656812" cy="10672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Lack </a:t>
            </a:r>
            <a:r>
              <a:rPr lang="de-DE" dirty="0" err="1"/>
              <a:t>of</a:t>
            </a:r>
            <a:r>
              <a:rPr lang="de-DE" dirty="0"/>
              <a:t> „Zivilcourage“ and </a:t>
            </a:r>
            <a:r>
              <a:rPr lang="de-DE" dirty="0" err="1"/>
              <a:t>organized</a:t>
            </a:r>
            <a:r>
              <a:rPr lang="de-DE" dirty="0"/>
              <a:t> Opposition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E0FBA1-FD2D-AEC4-6C31-0AD842DD03FD}"/>
              </a:ext>
            </a:extLst>
          </p:cNvPr>
          <p:cNvSpPr/>
          <p:nvPr/>
        </p:nvSpPr>
        <p:spPr>
          <a:xfrm>
            <a:off x="10450532" y="2912723"/>
            <a:ext cx="1642151" cy="7037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Class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Superrich</a:t>
            </a:r>
            <a:endParaRPr lang="de-DE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3EB9AA0-5F24-9E26-F550-3D115E7C55EE}"/>
              </a:ext>
            </a:extLst>
          </p:cNvPr>
          <p:cNvSpPr/>
          <p:nvPr/>
        </p:nvSpPr>
        <p:spPr>
          <a:xfrm>
            <a:off x="263704" y="3219173"/>
            <a:ext cx="1907568" cy="69126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The 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gatekeeping</a:t>
            </a:r>
            <a:endParaRPr lang="de-DE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07A00A5-9723-32B8-BDDF-74B080791698}"/>
              </a:ext>
            </a:extLst>
          </p:cNvPr>
          <p:cNvSpPr/>
          <p:nvPr/>
        </p:nvSpPr>
        <p:spPr>
          <a:xfrm>
            <a:off x="7547222" y="317857"/>
            <a:ext cx="2231204" cy="67295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consumption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8252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82F51-2C65-E548-BD21-52E2ACCB6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3D2682A0-CEA8-8006-87C3-0B4F0B7A1713}"/>
              </a:ext>
            </a:extLst>
          </p:cNvPr>
          <p:cNvSpPr/>
          <p:nvPr/>
        </p:nvSpPr>
        <p:spPr>
          <a:xfrm>
            <a:off x="4685016" y="2856216"/>
            <a:ext cx="2363056" cy="1119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Political/</a:t>
            </a:r>
            <a:r>
              <a:rPr lang="de-DE" dirty="0" err="1"/>
              <a:t>societal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on AI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1EA7896-46D2-A4BB-036F-B14B2704E523}"/>
              </a:ext>
            </a:extLst>
          </p:cNvPr>
          <p:cNvSpPr/>
          <p:nvPr/>
        </p:nvSpPr>
        <p:spPr>
          <a:xfrm>
            <a:off x="2034283" y="1679824"/>
            <a:ext cx="1880171" cy="54453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Mass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CAA0E33-A315-9680-9839-B7C569DAC65D}"/>
              </a:ext>
            </a:extLst>
          </p:cNvPr>
          <p:cNvSpPr/>
          <p:nvPr/>
        </p:nvSpPr>
        <p:spPr>
          <a:xfrm>
            <a:off x="1166117" y="1245741"/>
            <a:ext cx="1890445" cy="606176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bullshit</a:t>
            </a:r>
            <a:r>
              <a:rPr lang="de-DE" dirty="0"/>
              <a:t> </a:t>
            </a:r>
            <a:r>
              <a:rPr lang="de-DE" dirty="0" err="1"/>
              <a:t>jobs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5920412-05C6-0DBB-46BA-C3A7AE5E9316}"/>
              </a:ext>
            </a:extLst>
          </p:cNvPr>
          <p:cNvSpPr/>
          <p:nvPr/>
        </p:nvSpPr>
        <p:spPr>
          <a:xfrm>
            <a:off x="6096000" y="847618"/>
            <a:ext cx="1804827" cy="73973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Environmental  Problems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0D6DD8-F8D4-3D8A-4141-F6735241896B}"/>
              </a:ext>
            </a:extLst>
          </p:cNvPr>
          <p:cNvSpPr/>
          <p:nvPr/>
        </p:nvSpPr>
        <p:spPr>
          <a:xfrm>
            <a:off x="5239819" y="182367"/>
            <a:ext cx="2231203" cy="7936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Energy </a:t>
            </a:r>
            <a:r>
              <a:rPr lang="de-DE" dirty="0" err="1"/>
              <a:t>consumption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8E6D9BF-7A42-1051-4B50-1476F88C2DD2}"/>
              </a:ext>
            </a:extLst>
          </p:cNvPr>
          <p:cNvSpPr/>
          <p:nvPr/>
        </p:nvSpPr>
        <p:spPr>
          <a:xfrm>
            <a:off x="8130280" y="3003969"/>
            <a:ext cx="1993186" cy="66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Proprietary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84FC8B-4EF5-C2E2-2BF0-E223AA486AA1}"/>
              </a:ext>
            </a:extLst>
          </p:cNvPr>
          <p:cNvSpPr/>
          <p:nvPr/>
        </p:nvSpPr>
        <p:spPr>
          <a:xfrm>
            <a:off x="9909424" y="2252608"/>
            <a:ext cx="2121613" cy="5804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Monopolies</a:t>
            </a:r>
            <a:r>
              <a:rPr lang="de-DE" dirty="0"/>
              <a:t>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81ED0DC-21AD-5765-CBBC-EDEBE2500CB6}"/>
              </a:ext>
            </a:extLst>
          </p:cNvPr>
          <p:cNvSpPr/>
          <p:nvPr/>
        </p:nvSpPr>
        <p:spPr>
          <a:xfrm>
            <a:off x="2029146" y="2862571"/>
            <a:ext cx="2034283" cy="7037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Enlightment</a:t>
            </a:r>
            <a:endParaRPr lang="de-DE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7398F7-AF0D-0B38-65A8-0165376F5342}"/>
              </a:ext>
            </a:extLst>
          </p:cNvPr>
          <p:cNvSpPr/>
          <p:nvPr/>
        </p:nvSpPr>
        <p:spPr>
          <a:xfrm>
            <a:off x="67603" y="2390991"/>
            <a:ext cx="2652448" cy="6164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Expansion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humon</a:t>
            </a:r>
            <a:r>
              <a:rPr lang="de-DE" dirty="0"/>
              <a:t> </a:t>
            </a:r>
            <a:r>
              <a:rPr lang="de-DE" dirty="0" err="1"/>
              <a:t>ratio</a:t>
            </a:r>
            <a:endParaRPr lang="de-DE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EDD94D5-4424-D1D6-6A69-BD31CAC19B01}"/>
              </a:ext>
            </a:extLst>
          </p:cNvPr>
          <p:cNvSpPr/>
          <p:nvPr/>
        </p:nvSpPr>
        <p:spPr>
          <a:xfrm>
            <a:off x="8566932" y="3671789"/>
            <a:ext cx="3113069" cy="6594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Antidemocratic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lack </a:t>
            </a:r>
            <a:r>
              <a:rPr lang="de-DE" dirty="0" err="1"/>
              <a:t>of</a:t>
            </a:r>
            <a:r>
              <a:rPr lang="de-DE" dirty="0"/>
              <a:t> Public Control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22CD5FC-FF99-D219-E2D1-76EAD68038DF}"/>
              </a:ext>
            </a:extLst>
          </p:cNvPr>
          <p:cNvSpPr/>
          <p:nvPr/>
        </p:nvSpPr>
        <p:spPr>
          <a:xfrm>
            <a:off x="6277510" y="4226531"/>
            <a:ext cx="1787704" cy="7628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Total </a:t>
            </a:r>
            <a:r>
              <a:rPr lang="de-DE" dirty="0" err="1"/>
              <a:t>surveillance</a:t>
            </a:r>
            <a:endParaRPr lang="de-DE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D553ED-E069-775C-D4D0-3EC0530FD127}"/>
              </a:ext>
            </a:extLst>
          </p:cNvPr>
          <p:cNvSpPr/>
          <p:nvPr/>
        </p:nvSpPr>
        <p:spPr>
          <a:xfrm>
            <a:off x="8954518" y="4900773"/>
            <a:ext cx="2126751" cy="9811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Suppression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Minorities</a:t>
            </a:r>
            <a:endParaRPr lang="de-DE" dirty="0"/>
          </a:p>
          <a:p>
            <a:pPr algn="ctr"/>
            <a:endParaRPr lang="de-DE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8FBBD7-C06B-914E-BA8D-650F6FC4FA1F}"/>
              </a:ext>
            </a:extLst>
          </p:cNvPr>
          <p:cNvSpPr/>
          <p:nvPr/>
        </p:nvSpPr>
        <p:spPr>
          <a:xfrm>
            <a:off x="4491523" y="5856270"/>
            <a:ext cx="2126751" cy="9452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Surveillance </a:t>
            </a:r>
            <a:r>
              <a:rPr lang="de-DE" dirty="0" err="1"/>
              <a:t>of</a:t>
            </a:r>
            <a:r>
              <a:rPr lang="de-DE" dirty="0"/>
              <a:t> Political </a:t>
            </a:r>
            <a:r>
              <a:rPr lang="de-DE" dirty="0" err="1"/>
              <a:t>Enemies</a:t>
            </a:r>
            <a:r>
              <a:rPr lang="de-DE" dirty="0"/>
              <a:t> 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F92C83D-B174-A2CA-DB91-C049ED8552F4}"/>
              </a:ext>
            </a:extLst>
          </p:cNvPr>
          <p:cNvSpPr/>
          <p:nvPr/>
        </p:nvSpPr>
        <p:spPr>
          <a:xfrm>
            <a:off x="2630606" y="4287137"/>
            <a:ext cx="1899008" cy="95227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Manipulation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political</a:t>
            </a:r>
            <a:r>
              <a:rPr lang="de-DE" dirty="0"/>
              <a:t> </a:t>
            </a:r>
            <a:r>
              <a:rPr lang="de-DE" dirty="0" err="1"/>
              <a:t>opinions</a:t>
            </a:r>
            <a:r>
              <a:rPr lang="de-DE" dirty="0"/>
              <a:t> </a:t>
            </a:r>
          </a:p>
          <a:p>
            <a:pPr algn="ctr"/>
            <a:endParaRPr lang="de-D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FD2979-415E-9190-4D9F-8CF554C0038B}"/>
              </a:ext>
            </a:extLst>
          </p:cNvPr>
          <p:cNvSpPr/>
          <p:nvPr/>
        </p:nvSpPr>
        <p:spPr>
          <a:xfrm>
            <a:off x="513708" y="4900775"/>
            <a:ext cx="2206343" cy="9298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Reality </a:t>
            </a:r>
            <a:r>
              <a:rPr lang="de-DE" dirty="0" err="1"/>
              <a:t>Apathy</a:t>
            </a:r>
            <a:endParaRPr lang="de-DE" dirty="0"/>
          </a:p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CFDA5C2-1C36-B309-B76A-5427821E77A5}"/>
              </a:ext>
            </a:extLst>
          </p:cNvPr>
          <p:cNvSpPr/>
          <p:nvPr/>
        </p:nvSpPr>
        <p:spPr>
          <a:xfrm>
            <a:off x="4032605" y="1101656"/>
            <a:ext cx="1849349" cy="760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Vulnerable World </a:t>
            </a:r>
            <a:r>
              <a:rPr lang="de-DE" dirty="0" err="1"/>
              <a:t>Risks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A3D915-34F6-624E-4EAD-E9BDC8809F68}"/>
              </a:ext>
            </a:extLst>
          </p:cNvPr>
          <p:cNvSpPr/>
          <p:nvPr/>
        </p:nvSpPr>
        <p:spPr>
          <a:xfrm>
            <a:off x="1616879" y="405989"/>
            <a:ext cx="3552583" cy="793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</a:t>
            </a:r>
            <a:r>
              <a:rPr lang="de-DE" dirty="0" err="1"/>
              <a:t>unforeseen</a:t>
            </a:r>
            <a:r>
              <a:rPr lang="de-DE" dirty="0"/>
              <a:t> </a:t>
            </a:r>
            <a:r>
              <a:rPr lang="de-DE" dirty="0" err="1"/>
              <a:t>Inventions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controlled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4291A07-BFE6-B438-7593-5C1C303F544E}"/>
              </a:ext>
            </a:extLst>
          </p:cNvPr>
          <p:cNvSpPr/>
          <p:nvPr/>
        </p:nvSpPr>
        <p:spPr>
          <a:xfrm>
            <a:off x="7483000" y="1851917"/>
            <a:ext cx="2121613" cy="5188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War at </a:t>
            </a:r>
            <a:r>
              <a:rPr lang="de-DE" dirty="0" err="1"/>
              <a:t>machine</a:t>
            </a:r>
            <a:r>
              <a:rPr lang="de-DE" dirty="0"/>
              <a:t> time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7B77D3-10A8-EAF0-28CF-CA1073C90E46}"/>
              </a:ext>
            </a:extLst>
          </p:cNvPr>
          <p:cNvSpPr/>
          <p:nvPr/>
        </p:nvSpPr>
        <p:spPr>
          <a:xfrm>
            <a:off x="8954518" y="1187631"/>
            <a:ext cx="1808252" cy="631861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Race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 in </a:t>
            </a:r>
            <a:r>
              <a:rPr lang="de-DE" dirty="0" err="1"/>
              <a:t>military</a:t>
            </a:r>
            <a:endParaRPr lang="de-DE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BEA631-C839-2E0F-3FD9-1282DB387E0D}"/>
              </a:ext>
            </a:extLst>
          </p:cNvPr>
          <p:cNvSpPr/>
          <p:nvPr/>
        </p:nvSpPr>
        <p:spPr>
          <a:xfrm>
            <a:off x="7332325" y="6005881"/>
            <a:ext cx="3748943" cy="70891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Unforgiving</a:t>
            </a:r>
            <a:r>
              <a:rPr lang="de-DE" dirty="0"/>
              <a:t> </a:t>
            </a:r>
            <a:r>
              <a:rPr lang="de-DE" dirty="0" err="1"/>
              <a:t>jurisdiction</a:t>
            </a:r>
            <a:r>
              <a:rPr lang="de-DE" dirty="0"/>
              <a:t> and </a:t>
            </a:r>
            <a:r>
              <a:rPr lang="de-DE" dirty="0" err="1"/>
              <a:t>prosecution</a:t>
            </a:r>
            <a:endParaRPr lang="de-DE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E4D5809-963E-1A09-CD57-8242BFDB4ED6}"/>
              </a:ext>
            </a:extLst>
          </p:cNvPr>
          <p:cNvSpPr/>
          <p:nvPr/>
        </p:nvSpPr>
        <p:spPr>
          <a:xfrm>
            <a:off x="5775792" y="4989387"/>
            <a:ext cx="3113069" cy="106722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 Forms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Totalitarism</a:t>
            </a:r>
            <a:endParaRPr lang="de-DE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F40427D-78B0-4FA9-F366-154B9C83FD40}"/>
              </a:ext>
            </a:extLst>
          </p:cNvPr>
          <p:cNvSpPr/>
          <p:nvPr/>
        </p:nvSpPr>
        <p:spPr>
          <a:xfrm>
            <a:off x="-76732" y="3970961"/>
            <a:ext cx="2398692" cy="9298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Antidemocratic</a:t>
            </a:r>
            <a:r>
              <a:rPr lang="de-DE" dirty="0"/>
              <a:t> </a:t>
            </a:r>
            <a:r>
              <a:rPr lang="de-DE" dirty="0" err="1"/>
              <a:t>tendencies</a:t>
            </a:r>
            <a:endParaRPr lang="de-DE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A8D8F1-8150-88DC-B7B0-F43F3BD655E4}"/>
              </a:ext>
            </a:extLst>
          </p:cNvPr>
          <p:cNvSpPr/>
          <p:nvPr/>
        </p:nvSpPr>
        <p:spPr>
          <a:xfrm>
            <a:off x="1477686" y="5713084"/>
            <a:ext cx="2656812" cy="10672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Lack </a:t>
            </a:r>
            <a:r>
              <a:rPr lang="de-DE" dirty="0" err="1"/>
              <a:t>of</a:t>
            </a:r>
            <a:r>
              <a:rPr lang="de-DE" dirty="0"/>
              <a:t> „Zivilcourage“ and </a:t>
            </a:r>
            <a:r>
              <a:rPr lang="de-DE" dirty="0" err="1"/>
              <a:t>organized</a:t>
            </a:r>
            <a:r>
              <a:rPr lang="de-DE" dirty="0"/>
              <a:t> Opposition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D06BAB-67F6-743E-D0AD-24E16CC753F6}"/>
              </a:ext>
            </a:extLst>
          </p:cNvPr>
          <p:cNvSpPr/>
          <p:nvPr/>
        </p:nvSpPr>
        <p:spPr>
          <a:xfrm>
            <a:off x="10450532" y="2912723"/>
            <a:ext cx="1642151" cy="7037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Class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Superrich</a:t>
            </a:r>
            <a:endParaRPr lang="de-DE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7225E4E-FBB4-5CDD-79E4-A4B881632E0E}"/>
              </a:ext>
            </a:extLst>
          </p:cNvPr>
          <p:cNvSpPr/>
          <p:nvPr/>
        </p:nvSpPr>
        <p:spPr>
          <a:xfrm>
            <a:off x="263704" y="3219173"/>
            <a:ext cx="1907568" cy="69126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The 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gatekeeping</a:t>
            </a:r>
            <a:endParaRPr lang="de-DE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55E5645-8340-E207-92F1-50E83AFEC43F}"/>
              </a:ext>
            </a:extLst>
          </p:cNvPr>
          <p:cNvSpPr/>
          <p:nvPr/>
        </p:nvSpPr>
        <p:spPr>
          <a:xfrm>
            <a:off x="7547222" y="317857"/>
            <a:ext cx="2231204" cy="67295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consumption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5327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F74FB-95A3-4CF0-BB13-7A20D941E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5FFF6A9-395B-1BC3-8C58-B541DCEBECD2}"/>
              </a:ext>
            </a:extLst>
          </p:cNvPr>
          <p:cNvSpPr txBox="1"/>
          <p:nvPr/>
        </p:nvSpPr>
        <p:spPr>
          <a:xfrm>
            <a:off x="4490977" y="2500132"/>
            <a:ext cx="2784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 err="1">
                <a:solidFill>
                  <a:srgbClr val="FFC000"/>
                </a:solidFill>
              </a:rPr>
              <a:t>Is</a:t>
            </a:r>
            <a:r>
              <a:rPr lang="de-DE" sz="4000" dirty="0">
                <a:solidFill>
                  <a:srgbClr val="FFC000"/>
                </a:solidFill>
              </a:rPr>
              <a:t> </a:t>
            </a:r>
            <a:r>
              <a:rPr lang="de-DE" sz="4000" dirty="0" err="1">
                <a:solidFill>
                  <a:srgbClr val="FFC000"/>
                </a:solidFill>
              </a:rPr>
              <a:t>it</a:t>
            </a:r>
            <a:r>
              <a:rPr lang="de-DE" sz="4000" dirty="0">
                <a:solidFill>
                  <a:srgbClr val="FFC000"/>
                </a:solidFill>
              </a:rPr>
              <a:t> a </a:t>
            </a:r>
            <a:r>
              <a:rPr lang="de-DE" sz="4000" dirty="0" err="1">
                <a:solidFill>
                  <a:srgbClr val="FFC000"/>
                </a:solidFill>
              </a:rPr>
              <a:t>being</a:t>
            </a:r>
            <a:r>
              <a:rPr lang="de-DE" sz="4000" dirty="0">
                <a:solidFill>
                  <a:srgbClr val="FFC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89686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57CFE-B596-A69F-C7A2-439EE1CF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A1E56151-38CE-DC8B-DC9B-02998CCB7F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3484372"/>
              </p:ext>
            </p:extLst>
          </p:nvPr>
        </p:nvGraphicFramePr>
        <p:xfrm>
          <a:off x="3733478" y="82971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72076098-1FE0-4268-34DB-4C1B634DC61C}"/>
              </a:ext>
            </a:extLst>
          </p:cNvPr>
          <p:cNvSpPr/>
          <p:nvPr/>
        </p:nvSpPr>
        <p:spPr>
          <a:xfrm>
            <a:off x="1319515" y="3067292"/>
            <a:ext cx="2060294" cy="17246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STRONG AI</a:t>
            </a:r>
          </a:p>
          <a:p>
            <a:pPr algn="ctr"/>
            <a:r>
              <a:rPr lang="de-DE" dirty="0"/>
              <a:t>AGI</a:t>
            </a:r>
          </a:p>
          <a:p>
            <a:pPr algn="ctr"/>
            <a:r>
              <a:rPr lang="de-DE" dirty="0"/>
              <a:t>ASI</a:t>
            </a:r>
          </a:p>
          <a:p>
            <a:pPr algn="ctr"/>
            <a:r>
              <a:rPr lang="de-DE" dirty="0" err="1"/>
              <a:t>Conscious</a:t>
            </a:r>
            <a:r>
              <a:rPr lang="de-DE" dirty="0"/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1167209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305A8-B978-CEC7-6130-D745CBC9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C107DAD6-A90C-92D2-046F-9628C62FA858}"/>
              </a:ext>
            </a:extLst>
          </p:cNvPr>
          <p:cNvGraphicFramePr/>
          <p:nvPr/>
        </p:nvGraphicFramePr>
        <p:xfrm>
          <a:off x="3733478" y="82971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44046620-C56B-1AA4-A24A-755877D303F9}"/>
              </a:ext>
            </a:extLst>
          </p:cNvPr>
          <p:cNvSpPr/>
          <p:nvPr/>
        </p:nvSpPr>
        <p:spPr>
          <a:xfrm>
            <a:off x="1319515" y="3067292"/>
            <a:ext cx="2060294" cy="17246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STRONG AI</a:t>
            </a:r>
          </a:p>
          <a:p>
            <a:pPr algn="ctr"/>
            <a:r>
              <a:rPr lang="de-DE" dirty="0"/>
              <a:t>AGI</a:t>
            </a:r>
          </a:p>
          <a:p>
            <a:pPr algn="ctr"/>
            <a:r>
              <a:rPr lang="de-DE" dirty="0"/>
              <a:t>ASI</a:t>
            </a:r>
          </a:p>
          <a:p>
            <a:pPr algn="ctr"/>
            <a:r>
              <a:rPr lang="de-DE" dirty="0" err="1"/>
              <a:t>Conscious</a:t>
            </a:r>
            <a:r>
              <a:rPr lang="de-DE" dirty="0"/>
              <a:t> AI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34337DA-044D-E147-8872-30EC49513CE8}"/>
              </a:ext>
            </a:extLst>
          </p:cNvPr>
          <p:cNvSpPr txBox="1"/>
          <p:nvPr/>
        </p:nvSpPr>
        <p:spPr>
          <a:xfrm>
            <a:off x="2615879" y="4863387"/>
            <a:ext cx="318920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>
                <a:solidFill>
                  <a:srgbClr val="FFC000"/>
                </a:solidFill>
              </a:rPr>
              <a:t>Apophenia</a:t>
            </a:r>
            <a:endParaRPr lang="de-DE" sz="2800" dirty="0">
              <a:solidFill>
                <a:srgbClr val="FFC000"/>
              </a:solidFill>
            </a:endParaRPr>
          </a:p>
          <a:p>
            <a:r>
              <a:rPr lang="de-DE" sz="2800" dirty="0" err="1">
                <a:solidFill>
                  <a:srgbClr val="FFC000"/>
                </a:solidFill>
              </a:rPr>
              <a:t>Pareidolia</a:t>
            </a:r>
            <a:endParaRPr lang="de-DE" sz="2800" dirty="0">
              <a:solidFill>
                <a:srgbClr val="FFC000"/>
              </a:solidFill>
            </a:endParaRPr>
          </a:p>
          <a:p>
            <a:r>
              <a:rPr lang="de-DE" sz="2800" dirty="0" err="1">
                <a:solidFill>
                  <a:srgbClr val="FFC000"/>
                </a:solidFill>
              </a:rPr>
              <a:t>Anthropormorphism</a:t>
            </a:r>
            <a:endParaRPr lang="de-DE" sz="2800" dirty="0">
              <a:solidFill>
                <a:srgbClr val="FFC000"/>
              </a:solidFill>
            </a:endParaRPr>
          </a:p>
          <a:p>
            <a:r>
              <a:rPr lang="de-DE" sz="2800" dirty="0" err="1">
                <a:solidFill>
                  <a:srgbClr val="FFC000"/>
                </a:solidFill>
              </a:rPr>
              <a:t>Animism</a:t>
            </a:r>
            <a:endParaRPr lang="de-DE" sz="2800" dirty="0">
              <a:solidFill>
                <a:srgbClr val="FFC000"/>
              </a:solidFill>
            </a:endParaRPr>
          </a:p>
          <a:p>
            <a:endParaRPr lang="de-DE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140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6F192-F04E-1B5A-F602-4B02AFA0C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887B6ED-4EE5-7AE6-6F80-5739AF54A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752" y="843934"/>
            <a:ext cx="4075956" cy="545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81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A510E-41A6-ACB6-FEF5-13AE11E9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AA709C3-1F1C-B682-E8D0-9785F20F5AF2}"/>
              </a:ext>
            </a:extLst>
          </p:cNvPr>
          <p:cNvSpPr txBox="1"/>
          <p:nvPr/>
        </p:nvSpPr>
        <p:spPr>
          <a:xfrm>
            <a:off x="1424237" y="2316314"/>
            <a:ext cx="86410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bg1"/>
                </a:solidFill>
              </a:rPr>
              <a:t>Narratives </a:t>
            </a:r>
            <a:r>
              <a:rPr lang="de-DE" sz="4000" dirty="0" err="1">
                <a:solidFill>
                  <a:schemeClr val="bg1"/>
                </a:solidFill>
              </a:rPr>
              <a:t>of</a:t>
            </a:r>
            <a:r>
              <a:rPr lang="de-DE" sz="4000" dirty="0">
                <a:solidFill>
                  <a:schemeClr val="bg1"/>
                </a:solidFill>
              </a:rPr>
              <a:t> human-</a:t>
            </a:r>
            <a:r>
              <a:rPr lang="de-DE" sz="4000" dirty="0" err="1">
                <a:solidFill>
                  <a:schemeClr val="bg1"/>
                </a:solidFill>
              </a:rPr>
              <a:t>machine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r>
              <a:rPr lang="de-DE" sz="4000" dirty="0" err="1">
                <a:solidFill>
                  <a:schemeClr val="bg1"/>
                </a:solidFill>
              </a:rPr>
              <a:t>encounter</a:t>
            </a:r>
            <a:endParaRPr lang="de-DE" sz="4000" dirty="0">
              <a:solidFill>
                <a:schemeClr val="bg1"/>
              </a:solidFill>
            </a:endParaRPr>
          </a:p>
          <a:p>
            <a:endParaRPr lang="de-DE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560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23794-A1A7-5B0A-E4F1-DEDA396E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FCBF4989-B338-F2F8-39A4-6DE9FF59EC6A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 err="1">
                <a:solidFill>
                  <a:schemeClr val="accent2"/>
                </a:solidFill>
              </a:rPr>
              <a:t>premodern</a:t>
            </a: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CE2BFF1-1420-1902-9ADC-DE9882B66A17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83255CA-86E8-95A1-7BB4-0157E85F524B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820E047-6E45-B6F7-C514-C639E3F4D904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CFD5562-3117-3D65-CFD2-933FDB2F04E7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229D264-1386-C2CA-B275-67FE7265547B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fulfills</a:t>
            </a:r>
            <a:r>
              <a:rPr lang="de-DE" dirty="0"/>
              <a:t> </a:t>
            </a:r>
            <a:r>
              <a:rPr lang="de-DE" dirty="0" err="1"/>
              <a:t>wishes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3523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BA09-565B-188C-AEFB-0FBE4C5D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D494CB04-49F2-41D6-C331-B383B6F3AD3E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 err="1">
                <a:solidFill>
                  <a:schemeClr val="accent2"/>
                </a:solidFill>
              </a:rPr>
              <a:t>premodern</a:t>
            </a: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109D489-C5FB-70CC-3D1E-1D1CFBC03111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42CE7F3-9152-1F4A-A971-5D117C363052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16F833E-B34D-C7D2-681E-BC57A7314EA3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43A1F75-3669-EE43-4BC1-F0969C6768DC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0AEB5C8-A2B4-8F56-C23E-E8AF83894C46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fulfills</a:t>
            </a:r>
            <a:r>
              <a:rPr lang="de-DE" dirty="0"/>
              <a:t> </a:t>
            </a:r>
            <a:r>
              <a:rPr lang="de-DE" dirty="0" err="1"/>
              <a:t>wishes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38ED2B-D537-9C58-BA54-B17FC9E701F5}"/>
              </a:ext>
            </a:extLst>
          </p:cNvPr>
          <p:cNvSpPr/>
          <p:nvPr/>
        </p:nvSpPr>
        <p:spPr>
          <a:xfrm>
            <a:off x="8274123" y="620110"/>
            <a:ext cx="2383367" cy="890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Pygmalion</a:t>
            </a:r>
          </a:p>
        </p:txBody>
      </p:sp>
    </p:spTree>
    <p:extLst>
      <p:ext uri="{BB962C8B-B14F-4D97-AF65-F5344CB8AC3E}">
        <p14:creationId xmlns:p14="http://schemas.microsoft.com/office/powerpoint/2010/main" val="1065103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41D30-F337-273E-283D-0E67B7C4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75BE672C-2297-50A1-5030-E145A401C859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 err="1">
                <a:solidFill>
                  <a:schemeClr val="accent2"/>
                </a:solidFill>
              </a:rPr>
              <a:t>premodern</a:t>
            </a: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943DE2D-451E-05B3-E6A5-BDE4399F86D3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0245D86-ECC2-F2F6-DCB0-02EF68EE0476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A5225D6-C400-A4DA-A639-A9411327A74A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DF12502-6591-F804-97A0-81F79CF9B33C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C6C9AE-169B-89F1-C9CC-A2EF5E33C290}"/>
              </a:ext>
            </a:extLst>
          </p:cNvPr>
          <p:cNvSpPr/>
          <p:nvPr/>
        </p:nvSpPr>
        <p:spPr>
          <a:xfrm>
            <a:off x="9619861" y="2158822"/>
            <a:ext cx="2496620" cy="791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Golem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7E70341-B48E-C33B-61F5-B2345F8C0C1A}"/>
              </a:ext>
            </a:extLst>
          </p:cNvPr>
          <p:cNvSpPr/>
          <p:nvPr/>
        </p:nvSpPr>
        <p:spPr>
          <a:xfrm>
            <a:off x="9734944" y="3553773"/>
            <a:ext cx="2256031" cy="9459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/>
              <a:t>Automata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Hephaistos 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C40973D-5C01-E5B3-C5D1-4AC3799C5A23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fulfills</a:t>
            </a:r>
            <a:r>
              <a:rPr lang="de-DE" dirty="0"/>
              <a:t> </a:t>
            </a:r>
            <a:r>
              <a:rPr lang="de-DE" dirty="0" err="1"/>
              <a:t>wishes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F239EB-880D-9CE4-3519-44ECE86F169B}"/>
              </a:ext>
            </a:extLst>
          </p:cNvPr>
          <p:cNvSpPr/>
          <p:nvPr/>
        </p:nvSpPr>
        <p:spPr>
          <a:xfrm>
            <a:off x="8274123" y="620110"/>
            <a:ext cx="2383367" cy="890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Pygmalion</a:t>
            </a:r>
          </a:p>
        </p:txBody>
      </p:sp>
    </p:spTree>
    <p:extLst>
      <p:ext uri="{BB962C8B-B14F-4D97-AF65-F5344CB8AC3E}">
        <p14:creationId xmlns:p14="http://schemas.microsoft.com/office/powerpoint/2010/main" val="2217499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A34E4-E790-4137-7314-4579EE697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A6EEDCEE-3B1C-A601-38B6-6BBF37E3C92B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 err="1">
                <a:solidFill>
                  <a:schemeClr val="accent2"/>
                </a:solidFill>
              </a:rPr>
              <a:t>premodern</a:t>
            </a: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4F76F40-AD14-BDC4-A4A1-2F2EA7099D37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FFE0B94-5546-CE6F-BA74-41EE8C7E1913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8DDB78-5FFF-5866-91BC-64AEA4904F17}"/>
              </a:ext>
            </a:extLst>
          </p:cNvPr>
          <p:cNvSpPr/>
          <p:nvPr/>
        </p:nvSpPr>
        <p:spPr>
          <a:xfrm>
            <a:off x="6051480" y="5542873"/>
            <a:ext cx="2393878" cy="776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Ghost in a </a:t>
            </a:r>
            <a:r>
              <a:rPr lang="de-DE" dirty="0" err="1"/>
              <a:t>bottle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5D8F058-7435-B8A7-17A4-4CE10B55EAC9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82A9CF8-001F-165E-142D-CEFB7D78490E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BCACA1-7A57-D4A8-A856-6F6856560220}"/>
              </a:ext>
            </a:extLst>
          </p:cNvPr>
          <p:cNvSpPr/>
          <p:nvPr/>
        </p:nvSpPr>
        <p:spPr>
          <a:xfrm>
            <a:off x="9619861" y="2158822"/>
            <a:ext cx="2496620" cy="791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Golem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8946AEE-BBE8-495D-4315-620106BAB27C}"/>
              </a:ext>
            </a:extLst>
          </p:cNvPr>
          <p:cNvSpPr/>
          <p:nvPr/>
        </p:nvSpPr>
        <p:spPr>
          <a:xfrm>
            <a:off x="9734944" y="3553773"/>
            <a:ext cx="2256031" cy="9459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/>
              <a:t>Automata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Hephaistos </a:t>
            </a:r>
            <a:endParaRPr lang="de-DE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C7CFB8-24DE-1542-D6CA-CF23819645C9}"/>
              </a:ext>
            </a:extLst>
          </p:cNvPr>
          <p:cNvSpPr/>
          <p:nvPr/>
        </p:nvSpPr>
        <p:spPr>
          <a:xfrm>
            <a:off x="8445358" y="5339712"/>
            <a:ext cx="1746607" cy="68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Wishing</a:t>
            </a:r>
            <a:r>
              <a:rPr lang="de-DE" dirty="0"/>
              <a:t> Well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DABD95E-6E88-3B1D-8F5D-5E6B848A6EB9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fulfills</a:t>
            </a:r>
            <a:r>
              <a:rPr lang="de-DE" dirty="0"/>
              <a:t> </a:t>
            </a:r>
            <a:r>
              <a:rPr lang="de-DE" dirty="0" err="1"/>
              <a:t>wishes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52D13AF-926B-FAC3-0F07-A791C8B6CE6E}"/>
              </a:ext>
            </a:extLst>
          </p:cNvPr>
          <p:cNvSpPr/>
          <p:nvPr/>
        </p:nvSpPr>
        <p:spPr>
          <a:xfrm>
            <a:off x="8274123" y="620110"/>
            <a:ext cx="2383367" cy="890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Pygmalion</a:t>
            </a:r>
          </a:p>
        </p:txBody>
      </p:sp>
    </p:spTree>
    <p:extLst>
      <p:ext uri="{BB962C8B-B14F-4D97-AF65-F5344CB8AC3E}">
        <p14:creationId xmlns:p14="http://schemas.microsoft.com/office/powerpoint/2010/main" val="1895011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0A0410-A155-FE78-8005-2C8BE647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89E0124-0472-CB42-C5DD-814A05A3825C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 err="1">
                <a:solidFill>
                  <a:schemeClr val="accent2"/>
                </a:solidFill>
              </a:rPr>
              <a:t>premodern</a:t>
            </a: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D547C56-B57C-6EE8-5EB1-CADF11516FC2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D43CDFC-80FA-516C-ABFC-C6CFE1A5212E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23F7A5-852A-5FE5-FC68-B623BEB387F7}"/>
              </a:ext>
            </a:extLst>
          </p:cNvPr>
          <p:cNvSpPr/>
          <p:nvPr/>
        </p:nvSpPr>
        <p:spPr>
          <a:xfrm>
            <a:off x="6051480" y="5542873"/>
            <a:ext cx="2393878" cy="776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Ghost in a </a:t>
            </a:r>
            <a:r>
              <a:rPr lang="de-DE" dirty="0" err="1"/>
              <a:t>bottle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EE2AC0-847A-3F0A-07A7-6764EB0CD31E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28F9BD5-CDB3-2152-B29C-D1F8AAA8B684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4C1568-2000-9582-1431-10A5C3AEE454}"/>
              </a:ext>
            </a:extLst>
          </p:cNvPr>
          <p:cNvSpPr/>
          <p:nvPr/>
        </p:nvSpPr>
        <p:spPr>
          <a:xfrm>
            <a:off x="9619861" y="2158822"/>
            <a:ext cx="2496620" cy="791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Golem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1B39B8-815D-981B-92DA-591610AE37CD}"/>
              </a:ext>
            </a:extLst>
          </p:cNvPr>
          <p:cNvSpPr/>
          <p:nvPr/>
        </p:nvSpPr>
        <p:spPr>
          <a:xfrm>
            <a:off x="302254" y="4613930"/>
            <a:ext cx="1965434" cy="8126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Faust 2</a:t>
            </a:r>
          </a:p>
          <a:p>
            <a:pPr algn="ctr"/>
            <a:r>
              <a:rPr lang="de-DE" dirty="0"/>
              <a:t>Homunkulus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E006422-8344-5441-291A-FBEFEF58B9E6}"/>
              </a:ext>
            </a:extLst>
          </p:cNvPr>
          <p:cNvSpPr/>
          <p:nvPr/>
        </p:nvSpPr>
        <p:spPr>
          <a:xfrm>
            <a:off x="9734944" y="3553773"/>
            <a:ext cx="2256031" cy="9459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/>
              <a:t>Automata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Hephaistos </a:t>
            </a:r>
            <a:endParaRPr lang="de-DE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F3CA6D-4DBE-7481-409A-8869035B395B}"/>
              </a:ext>
            </a:extLst>
          </p:cNvPr>
          <p:cNvSpPr/>
          <p:nvPr/>
        </p:nvSpPr>
        <p:spPr>
          <a:xfrm>
            <a:off x="8445358" y="5339712"/>
            <a:ext cx="1746607" cy="68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Wishing</a:t>
            </a:r>
            <a:r>
              <a:rPr lang="de-DE" dirty="0"/>
              <a:t> Well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07B0B0F-0567-C1A5-FA2B-666BDDC95E8B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fulfills</a:t>
            </a:r>
            <a:r>
              <a:rPr lang="de-DE" dirty="0"/>
              <a:t> </a:t>
            </a:r>
            <a:r>
              <a:rPr lang="de-DE" dirty="0" err="1"/>
              <a:t>wishes</a:t>
            </a:r>
            <a:endParaRPr lang="de-D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153FD46-B23E-77AC-0109-56A34DB8E8B3}"/>
              </a:ext>
            </a:extLst>
          </p:cNvPr>
          <p:cNvSpPr/>
          <p:nvPr/>
        </p:nvSpPr>
        <p:spPr>
          <a:xfrm>
            <a:off x="2662189" y="4686973"/>
            <a:ext cx="1965434" cy="797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Pygmalion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9E4E1C-5D97-E371-C01D-6F7A83285F4C}"/>
              </a:ext>
            </a:extLst>
          </p:cNvPr>
          <p:cNvSpPr/>
          <p:nvPr/>
        </p:nvSpPr>
        <p:spPr>
          <a:xfrm>
            <a:off x="8274123" y="620110"/>
            <a:ext cx="2383367" cy="890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Pygmalion</a:t>
            </a:r>
          </a:p>
        </p:txBody>
      </p:sp>
    </p:spTree>
    <p:extLst>
      <p:ext uri="{BB962C8B-B14F-4D97-AF65-F5344CB8AC3E}">
        <p14:creationId xmlns:p14="http://schemas.microsoft.com/office/powerpoint/2010/main" val="855541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25E93-540A-57A2-D7EF-81E86448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BD614836-CBFE-45E6-F335-5E0F7855BACF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 err="1">
                <a:solidFill>
                  <a:schemeClr val="accent2"/>
                </a:solidFill>
              </a:rPr>
              <a:t>premodern</a:t>
            </a:r>
            <a:endParaRPr lang="de-DE" dirty="0">
              <a:solidFill>
                <a:schemeClr val="accent2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CE72755-32BA-4E62-667F-92AAA7C49F29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9DFF8D2-7A20-9CD9-643F-7A636D73B347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024FAE-90DF-EDC4-F3A2-BBF6441F8131}"/>
              </a:ext>
            </a:extLst>
          </p:cNvPr>
          <p:cNvSpPr/>
          <p:nvPr/>
        </p:nvSpPr>
        <p:spPr>
          <a:xfrm>
            <a:off x="1489753" y="791110"/>
            <a:ext cx="2311685" cy="7191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Pandorra`s</a:t>
            </a:r>
            <a:r>
              <a:rPr lang="de-DE" dirty="0"/>
              <a:t> Box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69A65B-242F-6C73-1858-ABAAC99E3C7F}"/>
              </a:ext>
            </a:extLst>
          </p:cNvPr>
          <p:cNvSpPr/>
          <p:nvPr/>
        </p:nvSpPr>
        <p:spPr>
          <a:xfrm>
            <a:off x="6051480" y="5542873"/>
            <a:ext cx="2393878" cy="7767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Ghost in a </a:t>
            </a:r>
            <a:r>
              <a:rPr lang="de-DE" dirty="0" err="1"/>
              <a:t>bottle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0B6973B-8D26-A57B-9433-442BDA2D136D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C75F44D-8D1F-7BEA-B8F8-A6DB37AE3549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56B547-5445-93FF-03C7-EAEAAE558F47}"/>
              </a:ext>
            </a:extLst>
          </p:cNvPr>
          <p:cNvSpPr/>
          <p:nvPr/>
        </p:nvSpPr>
        <p:spPr>
          <a:xfrm>
            <a:off x="9619861" y="2158822"/>
            <a:ext cx="2496620" cy="791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Golem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C0230E8-32F8-25F3-6BE1-5076D139B39F}"/>
              </a:ext>
            </a:extLst>
          </p:cNvPr>
          <p:cNvSpPr/>
          <p:nvPr/>
        </p:nvSpPr>
        <p:spPr>
          <a:xfrm>
            <a:off x="302254" y="4613930"/>
            <a:ext cx="1965434" cy="8126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Faust 2</a:t>
            </a:r>
          </a:p>
          <a:p>
            <a:pPr algn="ctr"/>
            <a:r>
              <a:rPr lang="de-DE" dirty="0"/>
              <a:t>Homunkulus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339B59-CF10-DC96-B225-57708B1E1291}"/>
              </a:ext>
            </a:extLst>
          </p:cNvPr>
          <p:cNvSpPr/>
          <p:nvPr/>
        </p:nvSpPr>
        <p:spPr>
          <a:xfrm>
            <a:off x="82960" y="1309107"/>
            <a:ext cx="2217683" cy="893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C676B4E-4E2C-EA2B-1176-FFCB01BC18B5}"/>
              </a:ext>
            </a:extLst>
          </p:cNvPr>
          <p:cNvSpPr txBox="1"/>
          <p:nvPr/>
        </p:nvSpPr>
        <p:spPr>
          <a:xfrm>
            <a:off x="465761" y="1561592"/>
            <a:ext cx="1599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Frankenstein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78E1BAD-92A4-A6BC-3A18-3A55F2761B76}"/>
              </a:ext>
            </a:extLst>
          </p:cNvPr>
          <p:cNvSpPr/>
          <p:nvPr/>
        </p:nvSpPr>
        <p:spPr>
          <a:xfrm>
            <a:off x="9734944" y="3553773"/>
            <a:ext cx="2256031" cy="9459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/>
              <a:t>Automata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Hephaistos </a:t>
            </a:r>
            <a:endParaRPr lang="de-DE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6F471B-20D3-8467-5C4B-5055A635D081}"/>
              </a:ext>
            </a:extLst>
          </p:cNvPr>
          <p:cNvSpPr/>
          <p:nvPr/>
        </p:nvSpPr>
        <p:spPr>
          <a:xfrm>
            <a:off x="8445358" y="5339712"/>
            <a:ext cx="1746607" cy="68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Wishing</a:t>
            </a:r>
            <a:r>
              <a:rPr lang="de-DE" dirty="0"/>
              <a:t> Well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73A7088-1072-4D3E-99EF-EEF9FEA44F09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fulfills</a:t>
            </a:r>
            <a:r>
              <a:rPr lang="de-DE" dirty="0"/>
              <a:t> </a:t>
            </a:r>
            <a:r>
              <a:rPr lang="de-DE" dirty="0" err="1"/>
              <a:t>wishes</a:t>
            </a:r>
            <a:endParaRPr lang="de-DE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FA4499A-B78F-3AB3-DCB1-AEBF200B3F28}"/>
              </a:ext>
            </a:extLst>
          </p:cNvPr>
          <p:cNvSpPr/>
          <p:nvPr/>
        </p:nvSpPr>
        <p:spPr>
          <a:xfrm>
            <a:off x="2662189" y="4686973"/>
            <a:ext cx="1965434" cy="797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Pygmalion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DC994B-33F4-DC9C-4346-79D525D7594A}"/>
              </a:ext>
            </a:extLst>
          </p:cNvPr>
          <p:cNvSpPr/>
          <p:nvPr/>
        </p:nvSpPr>
        <p:spPr>
          <a:xfrm>
            <a:off x="8274123" y="620110"/>
            <a:ext cx="2383367" cy="890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Pygmalion</a:t>
            </a:r>
          </a:p>
        </p:txBody>
      </p:sp>
    </p:spTree>
    <p:extLst>
      <p:ext uri="{BB962C8B-B14F-4D97-AF65-F5344CB8AC3E}">
        <p14:creationId xmlns:p14="http://schemas.microsoft.com/office/powerpoint/2010/main" val="3093701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9E6B3-76C1-9609-3812-6F44588B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987DF205-4C94-7389-4954-90AA4EFC45FE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>
                <a:solidFill>
                  <a:schemeClr val="accent2"/>
                </a:solidFill>
              </a:rPr>
              <a:t>modern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2DFD889-A312-DD15-E863-695F54D212DE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2F73229-F35C-DDE7-E274-A752488B3D09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C95EFC-3F09-EF10-1E0E-E59F2F67CA25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E2A5064-509B-FA83-F074-8FD1EAE97A6A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07AE4AF-785E-019F-EE39-9A28DFBC4200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fulfills</a:t>
            </a:r>
            <a:r>
              <a:rPr lang="de-DE" dirty="0"/>
              <a:t> </a:t>
            </a:r>
            <a:r>
              <a:rPr lang="de-DE" dirty="0" err="1"/>
              <a:t>wishes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0531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C81D7-5E25-BBA6-7A8A-4D10DE213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1B381097-4D84-A15D-B83F-129556138AFE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>
                <a:solidFill>
                  <a:schemeClr val="accent2"/>
                </a:solidFill>
              </a:rPr>
              <a:t>modern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C8A454B-FD9F-29F9-F53F-360BCF63A313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EC32A96-7119-E1C2-9B0B-10C90DA334F9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974439C-872B-DA4B-FFF1-843FCF33C1DA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594794E-62BF-84FB-54A9-4C578A9EBBDB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DF19155-CE41-6A4A-C75E-543BCA1EB506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strike="sngStrike" dirty="0" err="1"/>
              <a:t>fulfills</a:t>
            </a:r>
            <a:r>
              <a:rPr lang="de-DE" strike="sngStrike" dirty="0"/>
              <a:t> </a:t>
            </a:r>
            <a:r>
              <a:rPr lang="de-DE" strike="sngStrike" dirty="0" err="1"/>
              <a:t>wishes</a:t>
            </a:r>
            <a:endParaRPr lang="de-DE" strike="sngStrike" dirty="0"/>
          </a:p>
          <a:p>
            <a:pPr algn="ctr"/>
            <a:r>
              <a:rPr lang="de-DE" dirty="0"/>
              <a:t>As </a:t>
            </a:r>
            <a:r>
              <a:rPr lang="de-DE" dirty="0" err="1"/>
              <a:t>teampartner</a:t>
            </a:r>
            <a:endParaRPr lang="de-DE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F72C3C-70C5-F169-9F4E-38B7D4BF039D}"/>
              </a:ext>
            </a:extLst>
          </p:cNvPr>
          <p:cNvSpPr/>
          <p:nvPr/>
        </p:nvSpPr>
        <p:spPr>
          <a:xfrm>
            <a:off x="9269477" y="3781030"/>
            <a:ext cx="2496620" cy="791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Terminator 2</a:t>
            </a:r>
          </a:p>
          <a:p>
            <a:pPr algn="ctr"/>
            <a:r>
              <a:rPr lang="de-DE" dirty="0"/>
              <a:t>Film</a:t>
            </a:r>
          </a:p>
        </p:txBody>
      </p:sp>
    </p:spTree>
    <p:extLst>
      <p:ext uri="{BB962C8B-B14F-4D97-AF65-F5344CB8AC3E}">
        <p14:creationId xmlns:p14="http://schemas.microsoft.com/office/powerpoint/2010/main" val="3305918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B7D16-3B10-537E-2E07-895F4DCF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596F9881-A0CB-B313-E725-2088FF886FB8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>
                <a:solidFill>
                  <a:schemeClr val="accent2"/>
                </a:solidFill>
              </a:rPr>
              <a:t>modern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B1E748C-4770-7B8C-5C1D-0755D4ACE022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1F4B4E7-A7D8-35FB-DCBE-CA2772B54A6E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EA00091-0B82-2066-93FD-00CF27F01BEA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881D291-CACA-D1C2-0ADD-75BC14241273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5277E95-DEC7-5BA8-7D37-A594F4D1BE87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strike="sngStrike" dirty="0" err="1"/>
              <a:t>fulfills</a:t>
            </a:r>
            <a:r>
              <a:rPr lang="de-DE" strike="sngStrike" dirty="0"/>
              <a:t> </a:t>
            </a:r>
            <a:r>
              <a:rPr lang="de-DE" strike="sngStrike" dirty="0" err="1"/>
              <a:t>wishes</a:t>
            </a:r>
            <a:endParaRPr lang="de-DE" strike="sngStrike" dirty="0"/>
          </a:p>
          <a:p>
            <a:pPr algn="ctr"/>
            <a:r>
              <a:rPr lang="de-DE" dirty="0"/>
              <a:t>As </a:t>
            </a:r>
            <a:r>
              <a:rPr lang="de-DE" dirty="0" err="1"/>
              <a:t>teampartner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E0AF37-1EBF-55A9-C79E-36E775F0A745}"/>
              </a:ext>
            </a:extLst>
          </p:cNvPr>
          <p:cNvSpPr/>
          <p:nvPr/>
        </p:nvSpPr>
        <p:spPr>
          <a:xfrm>
            <a:off x="8714132" y="507944"/>
            <a:ext cx="2387029" cy="887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Du bist mein Mensch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F7818-BFA0-7E59-2C32-055A9520D75E}"/>
              </a:ext>
            </a:extLst>
          </p:cNvPr>
          <p:cNvSpPr/>
          <p:nvPr/>
        </p:nvSpPr>
        <p:spPr>
          <a:xfrm>
            <a:off x="10223613" y="1428857"/>
            <a:ext cx="1938391" cy="7500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Sandmann</a:t>
            </a:r>
          </a:p>
          <a:p>
            <a:pPr algn="ctr"/>
            <a:r>
              <a:rPr lang="de-DE" dirty="0"/>
              <a:t>Buch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E7A897-FC3B-DF0E-7D41-38498437FB0A}"/>
              </a:ext>
            </a:extLst>
          </p:cNvPr>
          <p:cNvSpPr/>
          <p:nvPr/>
        </p:nvSpPr>
        <p:spPr>
          <a:xfrm>
            <a:off x="8818534" y="1464591"/>
            <a:ext cx="1564911" cy="815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 </a:t>
            </a:r>
            <a:r>
              <a:rPr lang="de-DE" dirty="0" err="1"/>
              <a:t>Machina</a:t>
            </a:r>
            <a:endParaRPr lang="de-DE" dirty="0"/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A3EE60C-15F8-1BB7-1B86-44C41A4EFD4A}"/>
              </a:ext>
            </a:extLst>
          </p:cNvPr>
          <p:cNvSpPr/>
          <p:nvPr/>
        </p:nvSpPr>
        <p:spPr>
          <a:xfrm>
            <a:off x="6944762" y="410325"/>
            <a:ext cx="1775770" cy="559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Her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4C1F203-BCE2-8ACD-3DFC-F44F676E7B4D}"/>
              </a:ext>
            </a:extLst>
          </p:cNvPr>
          <p:cNvSpPr/>
          <p:nvPr/>
        </p:nvSpPr>
        <p:spPr>
          <a:xfrm>
            <a:off x="9269477" y="3781030"/>
            <a:ext cx="2496620" cy="791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Terminator 2</a:t>
            </a:r>
          </a:p>
          <a:p>
            <a:pPr algn="ctr"/>
            <a:r>
              <a:rPr lang="de-DE" dirty="0"/>
              <a:t>Film</a:t>
            </a:r>
          </a:p>
        </p:txBody>
      </p:sp>
    </p:spTree>
    <p:extLst>
      <p:ext uri="{BB962C8B-B14F-4D97-AF65-F5344CB8AC3E}">
        <p14:creationId xmlns:p14="http://schemas.microsoft.com/office/powerpoint/2010/main" val="4040760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5AA18-B10B-2CDB-9328-833371C6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475AB2B2-BB62-FE33-99FA-E9AA5F6A6704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>
                <a:solidFill>
                  <a:schemeClr val="accent2"/>
                </a:solidFill>
              </a:rPr>
              <a:t>modern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7382EF8-0F11-81F6-58B8-14D45C260FCA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97D6897-872D-2F28-A0C1-6007C37805A4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95F865E-5E8D-3262-9656-B155B70BCA82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F400921-48C2-59DA-D025-08863ADA839E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44BB5C7-8EDC-85D0-9C7B-64760694F786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strike="sngStrike" dirty="0" err="1"/>
              <a:t>fulfills</a:t>
            </a:r>
            <a:r>
              <a:rPr lang="de-DE" strike="sngStrike" dirty="0"/>
              <a:t> </a:t>
            </a:r>
            <a:r>
              <a:rPr lang="de-DE" strike="sngStrike" dirty="0" err="1"/>
              <a:t>wishes</a:t>
            </a:r>
            <a:endParaRPr lang="de-DE" strike="sngStrike" dirty="0"/>
          </a:p>
          <a:p>
            <a:pPr algn="ctr"/>
            <a:r>
              <a:rPr lang="de-DE" dirty="0"/>
              <a:t>As </a:t>
            </a:r>
            <a:r>
              <a:rPr lang="de-DE" dirty="0" err="1"/>
              <a:t>teampartner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70DFABE-0031-1F62-CE48-764DFA632F20}"/>
              </a:ext>
            </a:extLst>
          </p:cNvPr>
          <p:cNvSpPr/>
          <p:nvPr/>
        </p:nvSpPr>
        <p:spPr>
          <a:xfrm>
            <a:off x="8714132" y="507944"/>
            <a:ext cx="2387029" cy="887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Du bist mein Mensch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F54BBB-5D92-AF64-ED7C-9362285622A0}"/>
              </a:ext>
            </a:extLst>
          </p:cNvPr>
          <p:cNvSpPr/>
          <p:nvPr/>
        </p:nvSpPr>
        <p:spPr>
          <a:xfrm>
            <a:off x="10223613" y="1428857"/>
            <a:ext cx="1938391" cy="7500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Sandmann</a:t>
            </a:r>
          </a:p>
          <a:p>
            <a:pPr algn="ctr"/>
            <a:r>
              <a:rPr lang="de-DE" dirty="0"/>
              <a:t>Buch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D8C927-8454-AF8E-F972-97A70FBC2C8C}"/>
              </a:ext>
            </a:extLst>
          </p:cNvPr>
          <p:cNvSpPr/>
          <p:nvPr/>
        </p:nvSpPr>
        <p:spPr>
          <a:xfrm>
            <a:off x="8818534" y="1464591"/>
            <a:ext cx="1564911" cy="815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 </a:t>
            </a:r>
            <a:r>
              <a:rPr lang="de-DE" dirty="0" err="1"/>
              <a:t>Machina</a:t>
            </a:r>
            <a:endParaRPr lang="de-DE" dirty="0"/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FEDCBFB-3644-F412-3374-61E12E43DA84}"/>
              </a:ext>
            </a:extLst>
          </p:cNvPr>
          <p:cNvSpPr/>
          <p:nvPr/>
        </p:nvSpPr>
        <p:spPr>
          <a:xfrm>
            <a:off x="6944762" y="410325"/>
            <a:ext cx="1775770" cy="559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Her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C6BA65-3F61-E1F3-2A34-DDE0B09E68B9}"/>
              </a:ext>
            </a:extLst>
          </p:cNvPr>
          <p:cNvSpPr/>
          <p:nvPr/>
        </p:nvSpPr>
        <p:spPr>
          <a:xfrm>
            <a:off x="9269477" y="3781030"/>
            <a:ext cx="2496620" cy="791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Terminator 2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D71C94-E6B3-C684-AE86-B2B119089563}"/>
              </a:ext>
            </a:extLst>
          </p:cNvPr>
          <p:cNvSpPr/>
          <p:nvPr/>
        </p:nvSpPr>
        <p:spPr>
          <a:xfrm>
            <a:off x="2270234" y="791110"/>
            <a:ext cx="2005204" cy="6377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RUR </a:t>
            </a:r>
          </a:p>
          <a:p>
            <a:pPr algn="ctr"/>
            <a:r>
              <a:rPr lang="de-DE" dirty="0"/>
              <a:t>Theater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8A3BAF-39EA-F2B2-0BF4-4BF681C27A62}"/>
              </a:ext>
            </a:extLst>
          </p:cNvPr>
          <p:cNvSpPr/>
          <p:nvPr/>
        </p:nvSpPr>
        <p:spPr>
          <a:xfrm>
            <a:off x="29996" y="609600"/>
            <a:ext cx="2476072" cy="11731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2001 Space Odyssey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8D2F21-CE4C-1068-EC9C-F250577D83C5}"/>
              </a:ext>
            </a:extLst>
          </p:cNvPr>
          <p:cNvSpPr/>
          <p:nvPr/>
        </p:nvSpPr>
        <p:spPr>
          <a:xfrm>
            <a:off x="478540" y="2139954"/>
            <a:ext cx="1945240" cy="7384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Terminator 1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6AEFC8-B9E9-78AB-11F2-07E3C0A66C51}"/>
              </a:ext>
            </a:extLst>
          </p:cNvPr>
          <p:cNvSpPr/>
          <p:nvPr/>
        </p:nvSpPr>
        <p:spPr>
          <a:xfrm>
            <a:off x="968157" y="1570610"/>
            <a:ext cx="1455623" cy="698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Matrix</a:t>
            </a:r>
          </a:p>
          <a:p>
            <a:pPr algn="ctr"/>
            <a:r>
              <a:rPr lang="de-DE" dirty="0"/>
              <a:t>Film</a:t>
            </a:r>
          </a:p>
        </p:txBody>
      </p:sp>
    </p:spTree>
    <p:extLst>
      <p:ext uri="{BB962C8B-B14F-4D97-AF65-F5344CB8AC3E}">
        <p14:creationId xmlns:p14="http://schemas.microsoft.com/office/powerpoint/2010/main" val="2743371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08AC7-507E-7750-FE42-9D4863E3D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305AECC4-DEC2-7656-ECC2-FAE76389A598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>
                <a:solidFill>
                  <a:schemeClr val="accent2"/>
                </a:solidFill>
              </a:rPr>
              <a:t>modern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55398DC-C86A-DA5B-1D18-8E14D0489655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964BD80-85A4-A49A-D1E5-396311BBC89E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0C6C370-6612-C16B-E7D3-A081EECE46F0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1683D7D-E414-B6BF-4278-87809B90414D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2528983-7FD9-B731-EC6F-524F587F29EA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strike="sngStrike" dirty="0" err="1"/>
              <a:t>fulfills</a:t>
            </a:r>
            <a:r>
              <a:rPr lang="de-DE" strike="sngStrike" dirty="0"/>
              <a:t> </a:t>
            </a:r>
            <a:r>
              <a:rPr lang="de-DE" strike="sngStrike" dirty="0" err="1"/>
              <a:t>wishes</a:t>
            </a:r>
            <a:endParaRPr lang="de-DE" strike="sngStrike" dirty="0"/>
          </a:p>
          <a:p>
            <a:pPr algn="ctr"/>
            <a:r>
              <a:rPr lang="de-DE" dirty="0"/>
              <a:t>As </a:t>
            </a:r>
            <a:r>
              <a:rPr lang="de-DE" dirty="0" err="1"/>
              <a:t>teampartner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2FF9A2-0A68-8E75-00A3-333CF6B22D30}"/>
              </a:ext>
            </a:extLst>
          </p:cNvPr>
          <p:cNvSpPr/>
          <p:nvPr/>
        </p:nvSpPr>
        <p:spPr>
          <a:xfrm>
            <a:off x="8714132" y="507944"/>
            <a:ext cx="2387029" cy="887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Du bist mein Mensch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08538C-5201-DABD-2E47-48282DEB7B68}"/>
              </a:ext>
            </a:extLst>
          </p:cNvPr>
          <p:cNvSpPr/>
          <p:nvPr/>
        </p:nvSpPr>
        <p:spPr>
          <a:xfrm>
            <a:off x="10223613" y="1428857"/>
            <a:ext cx="1938391" cy="7500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Sandmann</a:t>
            </a:r>
          </a:p>
          <a:p>
            <a:pPr algn="ctr"/>
            <a:r>
              <a:rPr lang="de-DE" dirty="0"/>
              <a:t>Buch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F57E11-13B0-708D-7F79-4413FFB4302F}"/>
              </a:ext>
            </a:extLst>
          </p:cNvPr>
          <p:cNvSpPr/>
          <p:nvPr/>
        </p:nvSpPr>
        <p:spPr>
          <a:xfrm>
            <a:off x="8818534" y="1464591"/>
            <a:ext cx="1564911" cy="815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 </a:t>
            </a:r>
            <a:r>
              <a:rPr lang="de-DE" dirty="0" err="1"/>
              <a:t>Machina</a:t>
            </a:r>
            <a:endParaRPr lang="de-DE" dirty="0"/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00E290-C954-D254-4B25-8A49EBC8E3EB}"/>
              </a:ext>
            </a:extLst>
          </p:cNvPr>
          <p:cNvSpPr/>
          <p:nvPr/>
        </p:nvSpPr>
        <p:spPr>
          <a:xfrm>
            <a:off x="6944762" y="410325"/>
            <a:ext cx="1775770" cy="559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Her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ACD54D-6A18-B003-DDA2-6C4B7229D51D}"/>
              </a:ext>
            </a:extLst>
          </p:cNvPr>
          <p:cNvSpPr/>
          <p:nvPr/>
        </p:nvSpPr>
        <p:spPr>
          <a:xfrm>
            <a:off x="9269477" y="3781030"/>
            <a:ext cx="2496620" cy="791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Terminator 2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A11CE9-150C-907B-2DD0-012523B057C5}"/>
              </a:ext>
            </a:extLst>
          </p:cNvPr>
          <p:cNvSpPr/>
          <p:nvPr/>
        </p:nvSpPr>
        <p:spPr>
          <a:xfrm>
            <a:off x="2270234" y="791110"/>
            <a:ext cx="2005204" cy="6377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RUR </a:t>
            </a:r>
          </a:p>
          <a:p>
            <a:pPr algn="ctr"/>
            <a:r>
              <a:rPr lang="de-DE" dirty="0"/>
              <a:t>Theater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59532B-AB65-CB14-A65F-FAECD50AB33E}"/>
              </a:ext>
            </a:extLst>
          </p:cNvPr>
          <p:cNvSpPr/>
          <p:nvPr/>
        </p:nvSpPr>
        <p:spPr>
          <a:xfrm>
            <a:off x="29996" y="609600"/>
            <a:ext cx="2476072" cy="11731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2001 Space Odyssey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6992AB-CBC5-5691-086F-663F8FFF6DC6}"/>
              </a:ext>
            </a:extLst>
          </p:cNvPr>
          <p:cNvSpPr/>
          <p:nvPr/>
        </p:nvSpPr>
        <p:spPr>
          <a:xfrm>
            <a:off x="478540" y="2139954"/>
            <a:ext cx="1945240" cy="7384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Terminator 1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7C8101-7EF6-1577-E72E-9B4161924C23}"/>
              </a:ext>
            </a:extLst>
          </p:cNvPr>
          <p:cNvSpPr/>
          <p:nvPr/>
        </p:nvSpPr>
        <p:spPr>
          <a:xfrm>
            <a:off x="840828" y="4908788"/>
            <a:ext cx="1862988" cy="6511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Metropolis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265A80-23C4-FB19-9541-7FCA3EB63E5C}"/>
              </a:ext>
            </a:extLst>
          </p:cNvPr>
          <p:cNvSpPr/>
          <p:nvPr/>
        </p:nvSpPr>
        <p:spPr>
          <a:xfrm>
            <a:off x="968157" y="1570610"/>
            <a:ext cx="1455623" cy="698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Matrix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2F5C110-3492-5049-A505-4A5F5CFA8E51}"/>
              </a:ext>
            </a:extLst>
          </p:cNvPr>
          <p:cNvSpPr/>
          <p:nvPr/>
        </p:nvSpPr>
        <p:spPr>
          <a:xfrm>
            <a:off x="2506068" y="4801528"/>
            <a:ext cx="1564911" cy="815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 </a:t>
            </a:r>
            <a:r>
              <a:rPr lang="de-DE" dirty="0" err="1"/>
              <a:t>Machina</a:t>
            </a:r>
            <a:endParaRPr lang="de-DE" dirty="0"/>
          </a:p>
          <a:p>
            <a:pPr algn="ctr"/>
            <a:r>
              <a:rPr lang="de-DE" dirty="0"/>
              <a:t>Film</a:t>
            </a:r>
          </a:p>
        </p:txBody>
      </p:sp>
    </p:spTree>
    <p:extLst>
      <p:ext uri="{BB962C8B-B14F-4D97-AF65-F5344CB8AC3E}">
        <p14:creationId xmlns:p14="http://schemas.microsoft.com/office/powerpoint/2010/main" val="22674797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AD69F-7D37-426D-7FAD-D9215178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DC1F57E9-440C-86D6-58E1-820040ED5140}"/>
              </a:ext>
            </a:extLst>
          </p:cNvPr>
          <p:cNvSpPr/>
          <p:nvPr/>
        </p:nvSpPr>
        <p:spPr>
          <a:xfrm>
            <a:off x="4275438" y="2681416"/>
            <a:ext cx="3064476" cy="1235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Human- </a:t>
            </a:r>
            <a:r>
              <a:rPr lang="de-DE" dirty="0" err="1"/>
              <a:t>Machine</a:t>
            </a:r>
            <a:r>
              <a:rPr lang="de-DE" dirty="0"/>
              <a:t>-Narratives</a:t>
            </a:r>
          </a:p>
          <a:p>
            <a:pPr algn="ctr"/>
            <a:r>
              <a:rPr lang="de-DE" dirty="0">
                <a:solidFill>
                  <a:schemeClr val="accent2"/>
                </a:solidFill>
              </a:rPr>
              <a:t>modern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2C14214-E79C-8F1D-DA80-65EEBF22B6E6}"/>
              </a:ext>
            </a:extLst>
          </p:cNvPr>
          <p:cNvSpPr/>
          <p:nvPr/>
        </p:nvSpPr>
        <p:spPr>
          <a:xfrm>
            <a:off x="2359632" y="1648509"/>
            <a:ext cx="2239767" cy="77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loses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B2FE443-EF69-F0DA-887E-A94E000957A7}"/>
              </a:ext>
            </a:extLst>
          </p:cNvPr>
          <p:cNvSpPr/>
          <p:nvPr/>
        </p:nvSpPr>
        <p:spPr>
          <a:xfrm>
            <a:off x="6357476" y="1428857"/>
            <a:ext cx="2363056" cy="887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Human </a:t>
            </a:r>
            <a:r>
              <a:rPr lang="de-DE" dirty="0" err="1"/>
              <a:t>loves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CA15476-2EF4-93EC-9C1C-274F5E3D0955}"/>
              </a:ext>
            </a:extLst>
          </p:cNvPr>
          <p:cNvSpPr/>
          <p:nvPr/>
        </p:nvSpPr>
        <p:spPr>
          <a:xfrm>
            <a:off x="1489753" y="3779221"/>
            <a:ext cx="2428126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 </a:t>
            </a: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850D714-BA64-3BD7-9A88-91423CD36FC4}"/>
              </a:ext>
            </a:extLst>
          </p:cNvPr>
          <p:cNvSpPr/>
          <p:nvPr/>
        </p:nvSpPr>
        <p:spPr>
          <a:xfrm>
            <a:off x="8116585" y="2949932"/>
            <a:ext cx="2075380" cy="698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protects</a:t>
            </a:r>
            <a:r>
              <a:rPr lang="de-DE" dirty="0"/>
              <a:t> </a:t>
            </a:r>
            <a:r>
              <a:rPr lang="de-DE" dirty="0" err="1"/>
              <a:t>humans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3621A8B-3389-AEFD-2BEF-24E4A86AF4D4}"/>
              </a:ext>
            </a:extLst>
          </p:cNvPr>
          <p:cNvSpPr/>
          <p:nvPr/>
        </p:nvSpPr>
        <p:spPr>
          <a:xfrm>
            <a:off x="6161543" y="4477864"/>
            <a:ext cx="2112580" cy="861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strike="sngStrike" dirty="0" err="1"/>
              <a:t>fulfills</a:t>
            </a:r>
            <a:r>
              <a:rPr lang="de-DE" strike="sngStrike" dirty="0"/>
              <a:t> </a:t>
            </a:r>
            <a:r>
              <a:rPr lang="de-DE" strike="sngStrike" dirty="0" err="1"/>
              <a:t>wishes</a:t>
            </a:r>
            <a:endParaRPr lang="de-DE" strike="sngStrike" dirty="0"/>
          </a:p>
          <a:p>
            <a:pPr algn="ctr"/>
            <a:r>
              <a:rPr lang="de-DE" dirty="0"/>
              <a:t>As </a:t>
            </a:r>
            <a:r>
              <a:rPr lang="de-DE" dirty="0" err="1"/>
              <a:t>teampartner</a:t>
            </a:r>
            <a:endParaRPr lang="de-D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BF5768-8E23-CADE-1E42-DBBD6649C4B7}"/>
              </a:ext>
            </a:extLst>
          </p:cNvPr>
          <p:cNvSpPr/>
          <p:nvPr/>
        </p:nvSpPr>
        <p:spPr>
          <a:xfrm>
            <a:off x="8714132" y="507944"/>
            <a:ext cx="2387029" cy="887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Du bist mein Mensch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B67623-388B-B7DA-ABDA-6A853FCBEAE6}"/>
              </a:ext>
            </a:extLst>
          </p:cNvPr>
          <p:cNvSpPr/>
          <p:nvPr/>
        </p:nvSpPr>
        <p:spPr>
          <a:xfrm>
            <a:off x="10223613" y="1428857"/>
            <a:ext cx="1938391" cy="7500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Sandmann</a:t>
            </a:r>
          </a:p>
          <a:p>
            <a:pPr algn="ctr"/>
            <a:r>
              <a:rPr lang="de-DE" dirty="0"/>
              <a:t>Buch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3DA331-0B17-6EDF-82C2-21C36961AB19}"/>
              </a:ext>
            </a:extLst>
          </p:cNvPr>
          <p:cNvSpPr/>
          <p:nvPr/>
        </p:nvSpPr>
        <p:spPr>
          <a:xfrm>
            <a:off x="8818534" y="1464591"/>
            <a:ext cx="1564911" cy="815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 </a:t>
            </a:r>
            <a:r>
              <a:rPr lang="de-DE" dirty="0" err="1"/>
              <a:t>Machina</a:t>
            </a:r>
            <a:endParaRPr lang="de-DE" dirty="0"/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F7FF8E-7F77-B67E-FA2B-E31E1CEBA8B1}"/>
              </a:ext>
            </a:extLst>
          </p:cNvPr>
          <p:cNvSpPr/>
          <p:nvPr/>
        </p:nvSpPr>
        <p:spPr>
          <a:xfrm>
            <a:off x="6944762" y="410325"/>
            <a:ext cx="1775770" cy="559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Her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FAF360-69EC-774D-B09B-DE186B7AF856}"/>
              </a:ext>
            </a:extLst>
          </p:cNvPr>
          <p:cNvSpPr/>
          <p:nvPr/>
        </p:nvSpPr>
        <p:spPr>
          <a:xfrm>
            <a:off x="9269477" y="3781030"/>
            <a:ext cx="2496620" cy="791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Terminator 2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E1E725-8E22-48EF-F5EC-F98531A9EA3D}"/>
              </a:ext>
            </a:extLst>
          </p:cNvPr>
          <p:cNvSpPr/>
          <p:nvPr/>
        </p:nvSpPr>
        <p:spPr>
          <a:xfrm>
            <a:off x="2270234" y="791110"/>
            <a:ext cx="2005204" cy="6377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RUR </a:t>
            </a:r>
          </a:p>
          <a:p>
            <a:pPr algn="ctr"/>
            <a:r>
              <a:rPr lang="de-DE" dirty="0"/>
              <a:t>Theater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5CC0D2-B2F7-3825-D83C-E2A81630F38E}"/>
              </a:ext>
            </a:extLst>
          </p:cNvPr>
          <p:cNvSpPr/>
          <p:nvPr/>
        </p:nvSpPr>
        <p:spPr>
          <a:xfrm>
            <a:off x="29996" y="609600"/>
            <a:ext cx="2476072" cy="11731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2001 Space Odyssey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B8427B-EFDA-833A-7EDD-F717EE7F7905}"/>
              </a:ext>
            </a:extLst>
          </p:cNvPr>
          <p:cNvSpPr/>
          <p:nvPr/>
        </p:nvSpPr>
        <p:spPr>
          <a:xfrm>
            <a:off x="478540" y="2139954"/>
            <a:ext cx="1945240" cy="7384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Terminator 1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32DC61-BA41-28EC-A7DB-019D5CC8228E}"/>
              </a:ext>
            </a:extLst>
          </p:cNvPr>
          <p:cNvSpPr/>
          <p:nvPr/>
        </p:nvSpPr>
        <p:spPr>
          <a:xfrm>
            <a:off x="840828" y="4908788"/>
            <a:ext cx="1862988" cy="6511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Metropolis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279E833-BC30-88C5-95C3-DB1F92524946}"/>
              </a:ext>
            </a:extLst>
          </p:cNvPr>
          <p:cNvSpPr/>
          <p:nvPr/>
        </p:nvSpPr>
        <p:spPr>
          <a:xfrm>
            <a:off x="968157" y="1570610"/>
            <a:ext cx="1455623" cy="698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Matrix</a:t>
            </a:r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20AD57-1A8B-C8A9-CB6F-2748D56FF63B}"/>
              </a:ext>
            </a:extLst>
          </p:cNvPr>
          <p:cNvSpPr/>
          <p:nvPr/>
        </p:nvSpPr>
        <p:spPr>
          <a:xfrm>
            <a:off x="2506068" y="4801528"/>
            <a:ext cx="1564911" cy="8159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Ex </a:t>
            </a:r>
            <a:r>
              <a:rPr lang="de-DE" dirty="0" err="1"/>
              <a:t>Machina</a:t>
            </a:r>
            <a:endParaRPr lang="de-DE" dirty="0"/>
          </a:p>
          <a:p>
            <a:pPr algn="ctr"/>
            <a:r>
              <a:rPr lang="de-DE" dirty="0"/>
              <a:t>Film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6FA20E-19BE-B69A-B9B1-BE7C33CF132A}"/>
              </a:ext>
            </a:extLst>
          </p:cNvPr>
          <p:cNvSpPr/>
          <p:nvPr/>
        </p:nvSpPr>
        <p:spPr>
          <a:xfrm>
            <a:off x="4369056" y="5322867"/>
            <a:ext cx="2428126" cy="7140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Data</a:t>
            </a:r>
          </a:p>
          <a:p>
            <a:pPr algn="ctr"/>
            <a:r>
              <a:rPr lang="de-DE" dirty="0"/>
              <a:t>Star Treck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6AB6E1B-CB3B-D162-55FE-CEFEEF3C8CBC}"/>
              </a:ext>
            </a:extLst>
          </p:cNvPr>
          <p:cNvSpPr/>
          <p:nvPr/>
        </p:nvSpPr>
        <p:spPr>
          <a:xfrm>
            <a:off x="6155994" y="5679894"/>
            <a:ext cx="1931541" cy="5829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C-3PO</a:t>
            </a:r>
          </a:p>
          <a:p>
            <a:pPr algn="ctr"/>
            <a:r>
              <a:rPr lang="de-DE" dirty="0"/>
              <a:t>Star Wars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F50266-AE54-A6E4-88F4-5875189845DF}"/>
              </a:ext>
            </a:extLst>
          </p:cNvPr>
          <p:cNvSpPr/>
          <p:nvPr/>
        </p:nvSpPr>
        <p:spPr>
          <a:xfrm>
            <a:off x="7539004" y="5429143"/>
            <a:ext cx="2404153" cy="7756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R2D2</a:t>
            </a:r>
          </a:p>
          <a:p>
            <a:pPr algn="ctr"/>
            <a:r>
              <a:rPr lang="de-DE" dirty="0"/>
              <a:t>Star Wars</a:t>
            </a:r>
          </a:p>
        </p:txBody>
      </p:sp>
    </p:spTree>
    <p:extLst>
      <p:ext uri="{BB962C8B-B14F-4D97-AF65-F5344CB8AC3E}">
        <p14:creationId xmlns:p14="http://schemas.microsoft.com/office/powerpoint/2010/main" val="389016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514E3-5882-90A0-805D-185D1170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9D8435B0-B6C0-1B33-90FF-20627A1FC3BB}"/>
              </a:ext>
            </a:extLst>
          </p:cNvPr>
          <p:cNvSpPr/>
          <p:nvPr/>
        </p:nvSpPr>
        <p:spPr>
          <a:xfrm>
            <a:off x="4537710" y="2571750"/>
            <a:ext cx="2708910" cy="14173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cross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circumstances</a:t>
            </a:r>
            <a:r>
              <a:rPr lang="de-DE" dirty="0"/>
              <a:t>!</a:t>
            </a:r>
          </a:p>
          <a:p>
            <a:pPr algn="ctr"/>
            <a:r>
              <a:rPr lang="de-DE" dirty="0"/>
              <a:t>Max Tegmark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B153817-7BB7-B7D6-EC53-CC878636D0C0}"/>
              </a:ext>
            </a:extLst>
          </p:cNvPr>
          <p:cNvSpPr txBox="1"/>
          <p:nvPr/>
        </p:nvSpPr>
        <p:spPr>
          <a:xfrm>
            <a:off x="2939142" y="1045029"/>
            <a:ext cx="8447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bg1"/>
                </a:solidFill>
              </a:rPr>
              <a:t>The Drama </a:t>
            </a:r>
            <a:r>
              <a:rPr lang="de-DE" sz="4000" dirty="0" err="1">
                <a:solidFill>
                  <a:schemeClr val="bg1"/>
                </a:solidFill>
              </a:rPr>
              <a:t>of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r>
              <a:rPr lang="de-DE" sz="4000" dirty="0" err="1">
                <a:solidFill>
                  <a:schemeClr val="bg1"/>
                </a:solidFill>
              </a:rPr>
              <a:t>Losing</a:t>
            </a:r>
            <a:r>
              <a:rPr lang="de-DE" sz="4000" dirty="0">
                <a:solidFill>
                  <a:schemeClr val="bg1"/>
                </a:solidFill>
              </a:rPr>
              <a:t> Control</a:t>
            </a:r>
          </a:p>
        </p:txBody>
      </p:sp>
    </p:spTree>
    <p:extLst>
      <p:ext uri="{BB962C8B-B14F-4D97-AF65-F5344CB8AC3E}">
        <p14:creationId xmlns:p14="http://schemas.microsoft.com/office/powerpoint/2010/main" val="2858580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04763-1E4A-0D88-D897-8B0C1CF9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721514F6-80FA-4F7F-5E6B-35E70A48C50C}"/>
              </a:ext>
            </a:extLst>
          </p:cNvPr>
          <p:cNvSpPr/>
          <p:nvPr/>
        </p:nvSpPr>
        <p:spPr>
          <a:xfrm>
            <a:off x="4537710" y="2571750"/>
            <a:ext cx="2708910" cy="14173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cross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circumstances</a:t>
            </a:r>
            <a:r>
              <a:rPr lang="de-DE" dirty="0"/>
              <a:t>!</a:t>
            </a:r>
          </a:p>
          <a:p>
            <a:pPr algn="ctr"/>
            <a:r>
              <a:rPr lang="de-DE" dirty="0"/>
              <a:t>Max Tegmark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2E13756-AA34-6527-0EC5-4E56CA09AAFA}"/>
              </a:ext>
            </a:extLst>
          </p:cNvPr>
          <p:cNvSpPr/>
          <p:nvPr/>
        </p:nvSpPr>
        <p:spPr>
          <a:xfrm>
            <a:off x="6823710" y="1200150"/>
            <a:ext cx="262890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connect AI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62488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51879-2801-6B23-03CB-387BB0FB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F19A450-FCEC-18CD-A119-B5AA26B5F11E}"/>
              </a:ext>
            </a:extLst>
          </p:cNvPr>
          <p:cNvSpPr/>
          <p:nvPr/>
        </p:nvSpPr>
        <p:spPr>
          <a:xfrm>
            <a:off x="4537710" y="2571750"/>
            <a:ext cx="2708910" cy="14173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cross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circumstances</a:t>
            </a:r>
            <a:r>
              <a:rPr lang="de-DE" dirty="0"/>
              <a:t>!</a:t>
            </a:r>
          </a:p>
          <a:p>
            <a:pPr algn="ctr"/>
            <a:r>
              <a:rPr lang="de-DE" dirty="0"/>
              <a:t>Max Tegmark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3D9E71B-CF5E-6B68-77F5-797794F45471}"/>
              </a:ext>
            </a:extLst>
          </p:cNvPr>
          <p:cNvSpPr/>
          <p:nvPr/>
        </p:nvSpPr>
        <p:spPr>
          <a:xfrm>
            <a:off x="6823710" y="1200150"/>
            <a:ext cx="262890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connect AI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CF62B3-6EC2-2B01-1D9A-B406D3FE31DB}"/>
              </a:ext>
            </a:extLst>
          </p:cNvPr>
          <p:cNvSpPr/>
          <p:nvPr/>
        </p:nvSpPr>
        <p:spPr>
          <a:xfrm>
            <a:off x="8766810" y="59436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708108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59786-9CDC-5CD4-2C47-2DED8EFAD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CB6480F5-EF74-188E-F97C-B762309FCF9A}"/>
              </a:ext>
            </a:extLst>
          </p:cNvPr>
          <p:cNvSpPr/>
          <p:nvPr/>
        </p:nvSpPr>
        <p:spPr>
          <a:xfrm>
            <a:off x="4537710" y="2571750"/>
            <a:ext cx="2708910" cy="14173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cross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circumstances</a:t>
            </a:r>
            <a:r>
              <a:rPr lang="de-DE" dirty="0"/>
              <a:t>!</a:t>
            </a:r>
          </a:p>
          <a:p>
            <a:pPr algn="ctr"/>
            <a:r>
              <a:rPr lang="de-DE" dirty="0"/>
              <a:t>Max Tegmark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1FE9A3C-34C8-6EF7-7896-109A1CD88B99}"/>
              </a:ext>
            </a:extLst>
          </p:cNvPr>
          <p:cNvSpPr/>
          <p:nvPr/>
        </p:nvSpPr>
        <p:spPr>
          <a:xfrm>
            <a:off x="6823710" y="1200150"/>
            <a:ext cx="262890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connect AI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!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62856C7-1E79-B18A-4D22-265DCEA93D96}"/>
              </a:ext>
            </a:extLst>
          </p:cNvPr>
          <p:cNvSpPr/>
          <p:nvPr/>
        </p:nvSpPr>
        <p:spPr>
          <a:xfrm>
            <a:off x="7795260" y="4377690"/>
            <a:ext cx="2800350" cy="1805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.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4270B-E212-B632-A6CE-3A2F917DCFAE}"/>
              </a:ext>
            </a:extLst>
          </p:cNvPr>
          <p:cNvSpPr/>
          <p:nvPr/>
        </p:nvSpPr>
        <p:spPr>
          <a:xfrm>
            <a:off x="8766810" y="59436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257374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58424-2FC6-37B4-74CC-33C6E5A8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DCB8A519-5D1B-B2FA-5287-AC974DD668E5}"/>
              </a:ext>
            </a:extLst>
          </p:cNvPr>
          <p:cNvSpPr/>
          <p:nvPr/>
        </p:nvSpPr>
        <p:spPr>
          <a:xfrm>
            <a:off x="4537710" y="2571750"/>
            <a:ext cx="2708910" cy="14173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cross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circumstances</a:t>
            </a:r>
            <a:r>
              <a:rPr lang="de-DE" dirty="0"/>
              <a:t>!</a:t>
            </a:r>
          </a:p>
          <a:p>
            <a:pPr algn="ctr"/>
            <a:r>
              <a:rPr lang="de-DE" dirty="0"/>
              <a:t>Max Tegmark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EA5D07D-3624-88F7-FD45-E86ACE19C9B3}"/>
              </a:ext>
            </a:extLst>
          </p:cNvPr>
          <p:cNvSpPr/>
          <p:nvPr/>
        </p:nvSpPr>
        <p:spPr>
          <a:xfrm>
            <a:off x="6823710" y="1200150"/>
            <a:ext cx="262890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connect AI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!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669E0BE-8399-68B3-4790-94C3AF92148F}"/>
              </a:ext>
            </a:extLst>
          </p:cNvPr>
          <p:cNvSpPr/>
          <p:nvPr/>
        </p:nvSpPr>
        <p:spPr>
          <a:xfrm>
            <a:off x="7795260" y="4377690"/>
            <a:ext cx="2800350" cy="1805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.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E17162-2035-AEFE-86A8-4F227044835D}"/>
              </a:ext>
            </a:extLst>
          </p:cNvPr>
          <p:cNvSpPr/>
          <p:nvPr/>
        </p:nvSpPr>
        <p:spPr>
          <a:xfrm>
            <a:off x="9715500" y="398907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5ECEE1-F732-513D-9C0C-25F3BC0D8163}"/>
              </a:ext>
            </a:extLst>
          </p:cNvPr>
          <p:cNvSpPr/>
          <p:nvPr/>
        </p:nvSpPr>
        <p:spPr>
          <a:xfrm>
            <a:off x="8766810" y="59436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238648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C83BE073-1026-5B7B-9333-A79BC2F1F266}"/>
              </a:ext>
            </a:extLst>
          </p:cNvPr>
          <p:cNvSpPr/>
          <p:nvPr/>
        </p:nvSpPr>
        <p:spPr>
          <a:xfrm>
            <a:off x="4537710" y="2571750"/>
            <a:ext cx="2708910" cy="14173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cross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circumstances</a:t>
            </a:r>
            <a:r>
              <a:rPr lang="de-DE" dirty="0"/>
              <a:t>!</a:t>
            </a:r>
          </a:p>
          <a:p>
            <a:pPr algn="ctr"/>
            <a:r>
              <a:rPr lang="de-DE" dirty="0"/>
              <a:t>Max Tegmark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762289C-85E3-EB43-4227-3E9F73A496C1}"/>
              </a:ext>
            </a:extLst>
          </p:cNvPr>
          <p:cNvSpPr/>
          <p:nvPr/>
        </p:nvSpPr>
        <p:spPr>
          <a:xfrm>
            <a:off x="6823710" y="1200150"/>
            <a:ext cx="262890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connect AI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!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9D5F282-E185-0F22-5AF8-B6CCC4FA0B8C}"/>
              </a:ext>
            </a:extLst>
          </p:cNvPr>
          <p:cNvSpPr/>
          <p:nvPr/>
        </p:nvSpPr>
        <p:spPr>
          <a:xfrm>
            <a:off x="7795260" y="4377690"/>
            <a:ext cx="2800350" cy="1805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.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FBDBF4-E81A-7433-CFEE-ADA82ED5A801}"/>
              </a:ext>
            </a:extLst>
          </p:cNvPr>
          <p:cNvSpPr/>
          <p:nvPr/>
        </p:nvSpPr>
        <p:spPr>
          <a:xfrm>
            <a:off x="9715500" y="398907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DF6D45-44C2-BBB8-DEC4-4E3602604B4E}"/>
              </a:ext>
            </a:extLst>
          </p:cNvPr>
          <p:cNvSpPr/>
          <p:nvPr/>
        </p:nvSpPr>
        <p:spPr>
          <a:xfrm>
            <a:off x="8766810" y="59436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C0AC372-930E-2D3A-7A4B-CD5CC358B8A7}"/>
              </a:ext>
            </a:extLst>
          </p:cNvPr>
          <p:cNvSpPr/>
          <p:nvPr/>
        </p:nvSpPr>
        <p:spPr>
          <a:xfrm>
            <a:off x="2194560" y="4377690"/>
            <a:ext cx="2514600" cy="1497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opportunity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manipulate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565141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B0DDB-7AF1-B9BD-07D4-D47C187FF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A39FF04-2004-EAA6-2569-222B8CDF64F7}"/>
              </a:ext>
            </a:extLst>
          </p:cNvPr>
          <p:cNvSpPr/>
          <p:nvPr/>
        </p:nvSpPr>
        <p:spPr>
          <a:xfrm>
            <a:off x="4537710" y="2571750"/>
            <a:ext cx="2708910" cy="14173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cross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circumstances</a:t>
            </a:r>
            <a:r>
              <a:rPr lang="de-DE" dirty="0"/>
              <a:t>!</a:t>
            </a:r>
          </a:p>
          <a:p>
            <a:pPr algn="ctr"/>
            <a:r>
              <a:rPr lang="de-DE" dirty="0"/>
              <a:t>Max Tegmark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A5D564E-797F-ADC2-7E26-D72C129E99B2}"/>
              </a:ext>
            </a:extLst>
          </p:cNvPr>
          <p:cNvSpPr/>
          <p:nvPr/>
        </p:nvSpPr>
        <p:spPr>
          <a:xfrm>
            <a:off x="6823710" y="1200150"/>
            <a:ext cx="262890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connect AI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!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E967F48-EDED-2C2D-60BB-CD1937F26BFE}"/>
              </a:ext>
            </a:extLst>
          </p:cNvPr>
          <p:cNvSpPr/>
          <p:nvPr/>
        </p:nvSpPr>
        <p:spPr>
          <a:xfrm>
            <a:off x="7795260" y="4377690"/>
            <a:ext cx="2800350" cy="1805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.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D8AA3E-7E39-D5B7-3D10-E48DC4563C61}"/>
              </a:ext>
            </a:extLst>
          </p:cNvPr>
          <p:cNvSpPr/>
          <p:nvPr/>
        </p:nvSpPr>
        <p:spPr>
          <a:xfrm>
            <a:off x="9715500" y="398907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FD2646-C106-A82E-B157-C0230B4BCEF5}"/>
              </a:ext>
            </a:extLst>
          </p:cNvPr>
          <p:cNvSpPr/>
          <p:nvPr/>
        </p:nvSpPr>
        <p:spPr>
          <a:xfrm>
            <a:off x="8766810" y="59436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A9F38E3-5F50-600A-C616-4E25C4F9A5D2}"/>
              </a:ext>
            </a:extLst>
          </p:cNvPr>
          <p:cNvSpPr/>
          <p:nvPr/>
        </p:nvSpPr>
        <p:spPr>
          <a:xfrm>
            <a:off x="2194560" y="4377690"/>
            <a:ext cx="2514600" cy="1497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opportunity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manipulate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!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D4ED53-229A-A537-395D-7AFC279F22D1}"/>
              </a:ext>
            </a:extLst>
          </p:cNvPr>
          <p:cNvSpPr/>
          <p:nvPr/>
        </p:nvSpPr>
        <p:spPr>
          <a:xfrm>
            <a:off x="777240" y="5486400"/>
            <a:ext cx="1840230" cy="9944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413681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F1DD0-7AA9-34B6-4634-E62CE366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6DAA407D-5019-FB97-A0B9-D493350200F4}"/>
              </a:ext>
            </a:extLst>
          </p:cNvPr>
          <p:cNvSpPr/>
          <p:nvPr/>
        </p:nvSpPr>
        <p:spPr>
          <a:xfrm>
            <a:off x="4537710" y="2571750"/>
            <a:ext cx="2708910" cy="14173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cross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circumstances</a:t>
            </a:r>
            <a:r>
              <a:rPr lang="de-DE" dirty="0"/>
              <a:t>!</a:t>
            </a:r>
          </a:p>
          <a:p>
            <a:pPr algn="ctr"/>
            <a:r>
              <a:rPr lang="de-DE" dirty="0"/>
              <a:t>Max Tegmark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BF725C8-5AE3-F21F-C025-3D40ACA893F9}"/>
              </a:ext>
            </a:extLst>
          </p:cNvPr>
          <p:cNvSpPr/>
          <p:nvPr/>
        </p:nvSpPr>
        <p:spPr>
          <a:xfrm>
            <a:off x="1908810" y="1463040"/>
            <a:ext cx="2286000" cy="1417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teach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own code.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0F455AF-2618-166B-FA2D-E75735DD21A9}"/>
              </a:ext>
            </a:extLst>
          </p:cNvPr>
          <p:cNvSpPr/>
          <p:nvPr/>
        </p:nvSpPr>
        <p:spPr>
          <a:xfrm>
            <a:off x="6823710" y="1200150"/>
            <a:ext cx="262890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connect AI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!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A1E240C-0669-1DD0-4A0D-09007A5ACF38}"/>
              </a:ext>
            </a:extLst>
          </p:cNvPr>
          <p:cNvSpPr/>
          <p:nvPr/>
        </p:nvSpPr>
        <p:spPr>
          <a:xfrm>
            <a:off x="7795260" y="4377690"/>
            <a:ext cx="2800350" cy="1805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.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8388D1-4D32-9DB4-CA9E-E7FEE6FEFDD9}"/>
              </a:ext>
            </a:extLst>
          </p:cNvPr>
          <p:cNvSpPr/>
          <p:nvPr/>
        </p:nvSpPr>
        <p:spPr>
          <a:xfrm>
            <a:off x="9715500" y="398907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4C5A04-DFCC-9C38-B353-B1997495E5B6}"/>
              </a:ext>
            </a:extLst>
          </p:cNvPr>
          <p:cNvSpPr/>
          <p:nvPr/>
        </p:nvSpPr>
        <p:spPr>
          <a:xfrm>
            <a:off x="8766810" y="59436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89EBDBF-873A-4388-8630-8676402AB082}"/>
              </a:ext>
            </a:extLst>
          </p:cNvPr>
          <p:cNvSpPr/>
          <p:nvPr/>
        </p:nvSpPr>
        <p:spPr>
          <a:xfrm>
            <a:off x="2194560" y="4377690"/>
            <a:ext cx="2514600" cy="1497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opportunity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manipulate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!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196AFE-AEE7-0EF1-1336-17D775BDBB3D}"/>
              </a:ext>
            </a:extLst>
          </p:cNvPr>
          <p:cNvSpPr/>
          <p:nvPr/>
        </p:nvSpPr>
        <p:spPr>
          <a:xfrm>
            <a:off x="777240" y="5486400"/>
            <a:ext cx="1840230" cy="9944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097328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670AE-4B6C-7B8E-3443-9F116192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4ACD8857-CCA9-CE29-F687-8FC63BE9FD7A}"/>
              </a:ext>
            </a:extLst>
          </p:cNvPr>
          <p:cNvSpPr/>
          <p:nvPr/>
        </p:nvSpPr>
        <p:spPr>
          <a:xfrm>
            <a:off x="4537710" y="2571750"/>
            <a:ext cx="2708910" cy="14173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cross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circumstances</a:t>
            </a:r>
            <a:r>
              <a:rPr lang="de-DE" dirty="0"/>
              <a:t>!</a:t>
            </a:r>
          </a:p>
          <a:p>
            <a:pPr algn="ctr"/>
            <a:r>
              <a:rPr lang="de-DE" dirty="0"/>
              <a:t>Max Tegmark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59136A1-678A-3F48-C2D2-E2B9F484D64E}"/>
              </a:ext>
            </a:extLst>
          </p:cNvPr>
          <p:cNvSpPr/>
          <p:nvPr/>
        </p:nvSpPr>
        <p:spPr>
          <a:xfrm>
            <a:off x="1908810" y="1463040"/>
            <a:ext cx="2286000" cy="1417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teach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own code.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2546B3B-C87C-EA45-7FB9-4FFEE131E3D4}"/>
              </a:ext>
            </a:extLst>
          </p:cNvPr>
          <p:cNvSpPr/>
          <p:nvPr/>
        </p:nvSpPr>
        <p:spPr>
          <a:xfrm>
            <a:off x="6823710" y="1200150"/>
            <a:ext cx="262890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connect AI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!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7F43B3C-E6FF-F02F-3E33-B4B63B8FAA8A}"/>
              </a:ext>
            </a:extLst>
          </p:cNvPr>
          <p:cNvSpPr/>
          <p:nvPr/>
        </p:nvSpPr>
        <p:spPr>
          <a:xfrm>
            <a:off x="7795260" y="4377690"/>
            <a:ext cx="2800350" cy="1805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.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958143-847E-072A-C596-20B9DDD4C82A}"/>
              </a:ext>
            </a:extLst>
          </p:cNvPr>
          <p:cNvSpPr/>
          <p:nvPr/>
        </p:nvSpPr>
        <p:spPr>
          <a:xfrm>
            <a:off x="9715500" y="398907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37E502-BC86-A7F6-37F2-2FA81AEDD946}"/>
              </a:ext>
            </a:extLst>
          </p:cNvPr>
          <p:cNvSpPr/>
          <p:nvPr/>
        </p:nvSpPr>
        <p:spPr>
          <a:xfrm>
            <a:off x="8766810" y="59436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9DF5CA-4D63-EFD4-3A1C-2AF88B358510}"/>
              </a:ext>
            </a:extLst>
          </p:cNvPr>
          <p:cNvSpPr/>
          <p:nvPr/>
        </p:nvSpPr>
        <p:spPr>
          <a:xfrm>
            <a:off x="3406140" y="788670"/>
            <a:ext cx="1920240" cy="8229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095E4F7-5441-471C-77C9-0E5F1753A1BB}"/>
              </a:ext>
            </a:extLst>
          </p:cNvPr>
          <p:cNvSpPr/>
          <p:nvPr/>
        </p:nvSpPr>
        <p:spPr>
          <a:xfrm>
            <a:off x="2194560" y="4377690"/>
            <a:ext cx="2514600" cy="1497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Never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machines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opportunity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manipulate</a:t>
            </a:r>
            <a:r>
              <a:rPr lang="de-DE" dirty="0"/>
              <a:t> </a:t>
            </a:r>
            <a:r>
              <a:rPr lang="de-DE" dirty="0" err="1"/>
              <a:t>humans</a:t>
            </a:r>
            <a:r>
              <a:rPr lang="de-DE" dirty="0"/>
              <a:t>!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D055A2-E81C-9BE4-36D4-22AFAF6D9ECE}"/>
              </a:ext>
            </a:extLst>
          </p:cNvPr>
          <p:cNvSpPr/>
          <p:nvPr/>
        </p:nvSpPr>
        <p:spPr>
          <a:xfrm>
            <a:off x="777240" y="5486400"/>
            <a:ext cx="1840230" cy="9944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Uuups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686469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AC05E-D5A2-4426-E47A-9485FE2CE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83EFC91-C654-847B-1962-51549A00E328}"/>
              </a:ext>
            </a:extLst>
          </p:cNvPr>
          <p:cNvSpPr txBox="1"/>
          <p:nvPr/>
        </p:nvSpPr>
        <p:spPr>
          <a:xfrm>
            <a:off x="1606378" y="1431284"/>
            <a:ext cx="854346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FFC000"/>
                </a:solidFill>
              </a:rPr>
              <a:t>Groups of 3:</a:t>
            </a:r>
            <a:endParaRPr lang="de-CH" sz="4000" dirty="0">
              <a:solidFill>
                <a:srgbClr val="FFC000"/>
              </a:solidFill>
            </a:endParaRPr>
          </a:p>
          <a:p>
            <a:r>
              <a:rPr lang="en-GB" sz="4000" dirty="0">
                <a:solidFill>
                  <a:srgbClr val="FFC000"/>
                </a:solidFill>
              </a:rPr>
              <a:t>“How do I view AI? </a:t>
            </a:r>
            <a:endParaRPr lang="de-CH" sz="4000" dirty="0">
              <a:solidFill>
                <a:srgbClr val="FFC000"/>
              </a:solidFill>
            </a:endParaRPr>
          </a:p>
          <a:p>
            <a:r>
              <a:rPr lang="en-GB" sz="4000" dirty="0">
                <a:solidFill>
                  <a:srgbClr val="FFC000"/>
                </a:solidFill>
              </a:rPr>
              <a:t>Is it just a tool?</a:t>
            </a:r>
          </a:p>
          <a:p>
            <a:r>
              <a:rPr lang="en-GB" sz="4000" dirty="0">
                <a:solidFill>
                  <a:srgbClr val="FFC000"/>
                </a:solidFill>
              </a:rPr>
              <a:t>Do I see it as a technology?</a:t>
            </a:r>
            <a:endParaRPr lang="de-CH" sz="4000" dirty="0">
              <a:solidFill>
                <a:srgbClr val="FFC000"/>
              </a:solidFill>
            </a:endParaRPr>
          </a:p>
          <a:p>
            <a:r>
              <a:rPr lang="en-GB" sz="4000" dirty="0">
                <a:solidFill>
                  <a:srgbClr val="FFC000"/>
                </a:solidFill>
              </a:rPr>
              <a:t>A being?</a:t>
            </a:r>
          </a:p>
          <a:p>
            <a:r>
              <a:rPr lang="en-GB" sz="4000" dirty="0">
                <a:solidFill>
                  <a:srgbClr val="FFC000"/>
                </a:solidFill>
              </a:rPr>
              <a:t>How will this view affect my project?</a:t>
            </a:r>
          </a:p>
          <a:p>
            <a:r>
              <a:rPr lang="en-GB" sz="4000" dirty="0">
                <a:solidFill>
                  <a:srgbClr val="FFC000"/>
                </a:solidFill>
              </a:rPr>
              <a:t>”</a:t>
            </a:r>
            <a:endParaRPr lang="de-CH" sz="4000" dirty="0">
              <a:solidFill>
                <a:srgbClr val="FFC000"/>
              </a:solidFill>
            </a:endParaRPr>
          </a:p>
          <a:p>
            <a:endParaRPr lang="de-CH" sz="4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704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4A19F-48C2-6757-1CA4-91B3B2C0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8FB55F3B-8E1F-A61D-682D-8AF7511BD5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1130924"/>
              </p:ext>
            </p:extLst>
          </p:nvPr>
        </p:nvGraphicFramePr>
        <p:xfrm>
          <a:off x="2053021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67544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D5C9F-B797-6FFC-2C5B-7D3B8451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D32E09A2-FB33-1D54-5ABD-2943AF6B48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5999067"/>
              </p:ext>
            </p:extLst>
          </p:nvPr>
        </p:nvGraphicFramePr>
        <p:xfrm>
          <a:off x="1415143" y="772886"/>
          <a:ext cx="9339943" cy="5649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83310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4C09C-D6A3-5372-6F78-ADFF2E07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26B5081-FBFB-BB06-882E-DD187BAA3DF0}"/>
              </a:ext>
            </a:extLst>
          </p:cNvPr>
          <p:cNvSpPr txBox="1"/>
          <p:nvPr/>
        </p:nvSpPr>
        <p:spPr>
          <a:xfrm>
            <a:off x="1821668" y="1278508"/>
            <a:ext cx="88428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u="sng" dirty="0" err="1">
                <a:solidFill>
                  <a:schemeClr val="bg1"/>
                </a:solidFill>
              </a:rPr>
              <a:t>Systemic</a:t>
            </a:r>
            <a:r>
              <a:rPr lang="de-DE" sz="4000" u="sng" dirty="0">
                <a:solidFill>
                  <a:schemeClr val="bg1"/>
                </a:solidFill>
              </a:rPr>
              <a:t> View on Art</a:t>
            </a:r>
          </a:p>
          <a:p>
            <a:endParaRPr lang="de-DE" sz="4000" dirty="0">
              <a:solidFill>
                <a:schemeClr val="bg1"/>
              </a:solidFill>
            </a:endParaRPr>
          </a:p>
          <a:p>
            <a:r>
              <a:rPr lang="de-DE" sz="4000" dirty="0">
                <a:solidFill>
                  <a:schemeClr val="bg1"/>
                </a:solidFill>
              </a:rPr>
              <a:t>The Art </a:t>
            </a:r>
            <a:r>
              <a:rPr lang="de-DE" sz="4000" dirty="0" err="1">
                <a:solidFill>
                  <a:schemeClr val="bg1"/>
                </a:solidFill>
              </a:rPr>
              <a:t>is</a:t>
            </a:r>
            <a:r>
              <a:rPr lang="de-DE" sz="4000" dirty="0">
                <a:solidFill>
                  <a:schemeClr val="bg1"/>
                </a:solidFill>
              </a:rPr>
              <a:t> in </a:t>
            </a:r>
            <a:r>
              <a:rPr lang="de-DE" sz="4000" dirty="0" err="1">
                <a:solidFill>
                  <a:schemeClr val="bg1"/>
                </a:solidFill>
              </a:rPr>
              <a:t>the</a:t>
            </a:r>
            <a:r>
              <a:rPr lang="de-DE" sz="4000" dirty="0">
                <a:solidFill>
                  <a:schemeClr val="bg1"/>
                </a:solidFill>
              </a:rPr>
              <a:t> Interaction</a:t>
            </a:r>
          </a:p>
          <a:p>
            <a:endParaRPr lang="de-DE" sz="4000" dirty="0">
              <a:solidFill>
                <a:schemeClr val="bg1"/>
              </a:solidFill>
            </a:endParaRPr>
          </a:p>
          <a:p>
            <a:r>
              <a:rPr lang="de-DE" sz="4000" dirty="0">
                <a:solidFill>
                  <a:schemeClr val="bg1"/>
                </a:solidFill>
              </a:rPr>
              <a:t>The Artist </a:t>
            </a:r>
            <a:r>
              <a:rPr lang="de-DE" sz="4000" dirty="0" err="1">
                <a:solidFill>
                  <a:schemeClr val="bg1"/>
                </a:solidFill>
              </a:rPr>
              <a:t>is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r>
              <a:rPr lang="de-DE" sz="4000" dirty="0" err="1">
                <a:solidFill>
                  <a:schemeClr val="bg1"/>
                </a:solidFill>
              </a:rPr>
              <a:t>the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r>
              <a:rPr lang="de-DE" sz="4000" dirty="0" err="1">
                <a:solidFill>
                  <a:schemeClr val="bg1"/>
                </a:solidFill>
              </a:rPr>
              <a:t>Orchestrator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r>
              <a:rPr lang="de-DE" sz="4000" dirty="0" err="1">
                <a:solidFill>
                  <a:schemeClr val="bg1"/>
                </a:solidFill>
              </a:rPr>
              <a:t>of</a:t>
            </a:r>
            <a:r>
              <a:rPr lang="de-DE" sz="4000" dirty="0">
                <a:solidFill>
                  <a:schemeClr val="bg1"/>
                </a:solidFill>
              </a:rPr>
              <a:t> </a:t>
            </a:r>
            <a:r>
              <a:rPr lang="de-DE" sz="4000" dirty="0" err="1">
                <a:solidFill>
                  <a:schemeClr val="bg1"/>
                </a:solidFill>
              </a:rPr>
              <a:t>this</a:t>
            </a:r>
            <a:r>
              <a:rPr lang="de-DE" sz="4000" dirty="0">
                <a:solidFill>
                  <a:schemeClr val="bg1"/>
                </a:solidFill>
              </a:rPr>
              <a:t> Interaction</a:t>
            </a:r>
          </a:p>
        </p:txBody>
      </p:sp>
    </p:spTree>
    <p:extLst>
      <p:ext uri="{BB962C8B-B14F-4D97-AF65-F5344CB8AC3E}">
        <p14:creationId xmlns:p14="http://schemas.microsoft.com/office/powerpoint/2010/main" val="17529260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118FB-1AA1-13D6-B3C9-C8BF1898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6F0AC0F-4AD9-9D9C-4FCB-768B4779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95" y="1019331"/>
            <a:ext cx="10882378" cy="485681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9C0E54F-D4AD-2F14-A918-D86A58AEEC9B}"/>
              </a:ext>
            </a:extLst>
          </p:cNvPr>
          <p:cNvSpPr txBox="1"/>
          <p:nvPr/>
        </p:nvSpPr>
        <p:spPr>
          <a:xfrm>
            <a:off x="7380514" y="5758543"/>
            <a:ext cx="1850572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Chris Salter</a:t>
            </a:r>
          </a:p>
        </p:txBody>
      </p:sp>
    </p:spTree>
    <p:extLst>
      <p:ext uri="{BB962C8B-B14F-4D97-AF65-F5344CB8AC3E}">
        <p14:creationId xmlns:p14="http://schemas.microsoft.com/office/powerpoint/2010/main" val="18531899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180D3-3CF0-63D1-5627-2B00AEA0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F4FCCD5-7A41-EA1F-8B74-1DF4F0B5544F}"/>
              </a:ext>
            </a:extLst>
          </p:cNvPr>
          <p:cNvSpPr txBox="1"/>
          <p:nvPr/>
        </p:nvSpPr>
        <p:spPr>
          <a:xfrm>
            <a:off x="2424033" y="1662512"/>
            <a:ext cx="7343934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600" dirty="0" err="1">
                <a:solidFill>
                  <a:srgbClr val="FFC000"/>
                </a:solidFill>
              </a:rPr>
              <a:t>Taking</a:t>
            </a:r>
            <a:r>
              <a:rPr lang="de-DE" sz="3600" dirty="0">
                <a:solidFill>
                  <a:srgbClr val="FFC000"/>
                </a:solidFill>
              </a:rPr>
              <a:t> </a:t>
            </a:r>
            <a:r>
              <a:rPr lang="de-DE" sz="3600" dirty="0" err="1">
                <a:solidFill>
                  <a:srgbClr val="FFC000"/>
                </a:solidFill>
              </a:rPr>
              <a:t>the</a:t>
            </a:r>
            <a:r>
              <a:rPr lang="de-DE" sz="3600" dirty="0">
                <a:solidFill>
                  <a:srgbClr val="FFC000"/>
                </a:solidFill>
              </a:rPr>
              <a:t> </a:t>
            </a:r>
            <a:r>
              <a:rPr lang="de-DE" sz="3600" dirty="0" err="1">
                <a:solidFill>
                  <a:srgbClr val="FFC000"/>
                </a:solidFill>
              </a:rPr>
              <a:t>perspective</a:t>
            </a:r>
            <a:r>
              <a:rPr lang="de-DE" sz="3600" dirty="0">
                <a:solidFill>
                  <a:srgbClr val="FFC000"/>
                </a:solidFill>
              </a:rPr>
              <a:t> </a:t>
            </a:r>
            <a:r>
              <a:rPr lang="de-DE" sz="3600" dirty="0" err="1">
                <a:solidFill>
                  <a:srgbClr val="FFC000"/>
                </a:solidFill>
              </a:rPr>
              <a:t>of</a:t>
            </a:r>
            <a:r>
              <a:rPr lang="de-DE" sz="3600" dirty="0">
                <a:solidFill>
                  <a:srgbClr val="FFC000"/>
                </a:solidFill>
              </a:rPr>
              <a:t> </a:t>
            </a:r>
          </a:p>
          <a:p>
            <a:pPr algn="ctr"/>
            <a:r>
              <a:rPr lang="de-DE" sz="3600" dirty="0" err="1">
                <a:solidFill>
                  <a:srgbClr val="FFC000"/>
                </a:solidFill>
              </a:rPr>
              <a:t>user</a:t>
            </a:r>
            <a:r>
              <a:rPr lang="de-DE" sz="3600" dirty="0">
                <a:solidFill>
                  <a:srgbClr val="FFC000"/>
                </a:solidFill>
              </a:rPr>
              <a:t>/</a:t>
            </a:r>
            <a:r>
              <a:rPr lang="de-DE" sz="3600" dirty="0" err="1">
                <a:solidFill>
                  <a:srgbClr val="FFC000"/>
                </a:solidFill>
              </a:rPr>
              <a:t>audience</a:t>
            </a:r>
            <a:r>
              <a:rPr lang="de-DE" sz="3600" dirty="0">
                <a:solidFill>
                  <a:srgbClr val="FFC000"/>
                </a:solidFill>
              </a:rPr>
              <a:t>/</a:t>
            </a:r>
            <a:r>
              <a:rPr lang="de-DE" sz="3600" dirty="0" err="1">
                <a:solidFill>
                  <a:srgbClr val="FFC000"/>
                </a:solidFill>
              </a:rPr>
              <a:t>guest</a:t>
            </a:r>
            <a:r>
              <a:rPr lang="de-DE" sz="3600" dirty="0">
                <a:solidFill>
                  <a:srgbClr val="FFC000"/>
                </a:solidFill>
              </a:rPr>
              <a:t>/</a:t>
            </a:r>
            <a:r>
              <a:rPr lang="de-DE" sz="3600" dirty="0" err="1">
                <a:solidFill>
                  <a:srgbClr val="FFC000"/>
                </a:solidFill>
              </a:rPr>
              <a:t>customer</a:t>
            </a:r>
            <a:endParaRPr lang="de-DE" sz="3600" dirty="0">
              <a:solidFill>
                <a:srgbClr val="FFC000"/>
              </a:solidFill>
            </a:endParaRPr>
          </a:p>
          <a:p>
            <a:pPr algn="ctr"/>
            <a:endParaRPr lang="de-DE" sz="3600" dirty="0">
              <a:solidFill>
                <a:srgbClr val="FFC000"/>
              </a:solidFill>
            </a:endParaRPr>
          </a:p>
          <a:p>
            <a:pPr algn="ctr"/>
            <a:r>
              <a:rPr lang="de-DE" sz="3600" dirty="0">
                <a:solidFill>
                  <a:schemeClr val="bg1"/>
                </a:solidFill>
              </a:rPr>
              <a:t>Will I </a:t>
            </a:r>
            <a:r>
              <a:rPr lang="de-DE" sz="3600" dirty="0" err="1">
                <a:solidFill>
                  <a:schemeClr val="bg1"/>
                </a:solidFill>
              </a:rPr>
              <a:t>let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the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user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interact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with</a:t>
            </a:r>
            <a:r>
              <a:rPr lang="de-DE" sz="3600" dirty="0">
                <a:solidFill>
                  <a:schemeClr val="bg1"/>
                </a:solidFill>
              </a:rPr>
              <a:t> AI?</a:t>
            </a:r>
          </a:p>
          <a:p>
            <a:pPr algn="ctr"/>
            <a:r>
              <a:rPr lang="de-DE" sz="3600" dirty="0" err="1">
                <a:solidFill>
                  <a:schemeClr val="bg1"/>
                </a:solidFill>
              </a:rPr>
              <a:t>If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yes</a:t>
            </a:r>
            <a:r>
              <a:rPr lang="de-DE" sz="3600" dirty="0">
                <a:solidFill>
                  <a:schemeClr val="bg1"/>
                </a:solidFill>
              </a:rPr>
              <a:t>, </a:t>
            </a:r>
            <a:r>
              <a:rPr lang="de-DE" sz="3600" dirty="0" err="1">
                <a:solidFill>
                  <a:schemeClr val="bg1"/>
                </a:solidFill>
              </a:rPr>
              <a:t>how</a:t>
            </a:r>
            <a:r>
              <a:rPr lang="de-DE" sz="3600" dirty="0">
                <a:solidFill>
                  <a:schemeClr val="bg1"/>
                </a:solidFill>
              </a:rPr>
              <a:t>?</a:t>
            </a:r>
          </a:p>
          <a:p>
            <a:pPr algn="ctr"/>
            <a:r>
              <a:rPr lang="de-DE" sz="3600" dirty="0" err="1">
                <a:solidFill>
                  <a:schemeClr val="bg1"/>
                </a:solidFill>
              </a:rPr>
              <a:t>If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no</a:t>
            </a:r>
            <a:r>
              <a:rPr lang="de-DE" sz="3600" dirty="0">
                <a:solidFill>
                  <a:schemeClr val="bg1"/>
                </a:solidFill>
              </a:rPr>
              <a:t>, will I </a:t>
            </a:r>
            <a:r>
              <a:rPr lang="de-DE" sz="3600" dirty="0" err="1">
                <a:solidFill>
                  <a:schemeClr val="bg1"/>
                </a:solidFill>
              </a:rPr>
              <a:t>make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the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use</a:t>
            </a:r>
            <a:r>
              <a:rPr lang="de-DE" sz="3600" dirty="0">
                <a:solidFill>
                  <a:schemeClr val="bg1"/>
                </a:solidFill>
              </a:rPr>
              <a:t> </a:t>
            </a:r>
            <a:r>
              <a:rPr lang="de-DE" sz="3600" dirty="0" err="1">
                <a:solidFill>
                  <a:schemeClr val="bg1"/>
                </a:solidFill>
              </a:rPr>
              <a:t>of</a:t>
            </a:r>
            <a:r>
              <a:rPr lang="de-DE" sz="3600" dirty="0">
                <a:solidFill>
                  <a:schemeClr val="bg1"/>
                </a:solidFill>
              </a:rPr>
              <a:t> AI explicit?</a:t>
            </a:r>
          </a:p>
          <a:p>
            <a:pPr algn="ctr"/>
            <a:r>
              <a:rPr lang="de-DE" sz="3600" dirty="0">
                <a:solidFill>
                  <a:schemeClr val="bg1"/>
                </a:solidFill>
              </a:rPr>
              <a:t>How?</a:t>
            </a:r>
          </a:p>
          <a:p>
            <a:pPr algn="ctr"/>
            <a:endParaRPr lang="de-DE" sz="3600" dirty="0">
              <a:solidFill>
                <a:schemeClr val="bg1"/>
              </a:solidFill>
            </a:endParaRPr>
          </a:p>
          <a:p>
            <a:pPr algn="ctr"/>
            <a:endParaRPr lang="de-DE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2232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537E5-CA8B-C0C0-9C14-6B3215AC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89F57653-3E6D-16BD-CD49-3297409D6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19" y="1049311"/>
            <a:ext cx="8417219" cy="463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23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1891</Words>
  <Application>Microsoft Macintosh PowerPoint</Application>
  <PresentationFormat>Breitbild</PresentationFormat>
  <Paragraphs>591</Paragraphs>
  <Slides>53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Office</vt:lpstr>
      <vt:lpstr>Tools? Technology? Beings?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Ueberblick</dc:title>
  <dc:creator>user</dc:creator>
  <cp:lastModifiedBy>Gunter Lösel</cp:lastModifiedBy>
  <cp:revision>37</cp:revision>
  <dcterms:created xsi:type="dcterms:W3CDTF">2023-03-08T08:58:26Z</dcterms:created>
  <dcterms:modified xsi:type="dcterms:W3CDTF">2026-01-07T17:31:50Z</dcterms:modified>
</cp:coreProperties>
</file>